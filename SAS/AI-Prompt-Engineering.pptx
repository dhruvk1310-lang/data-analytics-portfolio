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0"/>
  </p:notesMasterIdLst>
  <p:handoutMasterIdLst>
    <p:handoutMasterId r:id="rId11"/>
  </p:handoutMasterIdLst>
  <p:sldIdLst>
    <p:sldId id="256" r:id="rId5"/>
    <p:sldId id="277" r:id="rId6"/>
    <p:sldId id="264" r:id="rId7"/>
    <p:sldId id="292" r:id="rId8"/>
    <p:sldId id="27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92" userDrawn="1">
          <p15:clr>
            <a:srgbClr val="A4A3A4"/>
          </p15:clr>
        </p15:guide>
        <p15:guide id="2" pos="3144" userDrawn="1">
          <p15:clr>
            <a:srgbClr val="A4A3A4"/>
          </p15:clr>
        </p15:guide>
        <p15:guide id="3" orient="horz" pos="9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4B1156A-380E-4F78-BDF5-A606A8083BF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204" autoAdjust="0"/>
  </p:normalViewPr>
  <p:slideViewPr>
    <p:cSldViewPr snapToGrid="0">
      <p:cViewPr varScale="1">
        <p:scale>
          <a:sx n="59" d="100"/>
          <a:sy n="59" d="100"/>
        </p:scale>
        <p:origin x="964" y="48"/>
      </p:cViewPr>
      <p:guideLst>
        <p:guide orient="horz" pos="792"/>
        <p:guide pos="3144"/>
        <p:guide orient="horz" pos="960"/>
      </p:guideLst>
    </p:cSldViewPr>
  </p:slideViewPr>
  <p:outlineViewPr>
    <p:cViewPr>
      <p:scale>
        <a:sx n="33" d="100"/>
        <a:sy n="33" d="100"/>
      </p:scale>
      <p:origin x="0" y="-11942"/>
    </p:cViewPr>
  </p:outlin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8" d="100"/>
          <a:sy n="58" d="100"/>
        </p:scale>
        <p:origin x="3240" y="5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commentAuthors" Target="commentAuthors.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AE72A9-67A2-4FB1-BBF6-740F2C2EAA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27B748C-466C-45D8-970C-D4FB4FE80CD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8ABBF3-49A8-4B3F-9773-22E67695BB12}" type="datetimeFigureOut">
              <a:rPr lang="en-US" smtClean="0"/>
              <a:t>11/19/2024</a:t>
            </a:fld>
            <a:endParaRPr lang="en-US" dirty="0"/>
          </a:p>
        </p:txBody>
      </p:sp>
      <p:sp>
        <p:nvSpPr>
          <p:cNvPr id="4" name="Footer Placeholder 3">
            <a:extLst>
              <a:ext uri="{FF2B5EF4-FFF2-40B4-BE49-F238E27FC236}">
                <a16:creationId xmlns:a16="http://schemas.microsoft.com/office/drawing/2014/main" id="{EAA8C23F-271A-4B7C-87EC-108046165C7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3E7ABF6-4152-4126-AC20-23B44A3111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EB6193-5AA7-489B-8575-00593FC261DE}" type="slidenum">
              <a:rPr lang="en-US" smtClean="0"/>
              <a:t>‹#›</a:t>
            </a:fld>
            <a:endParaRPr lang="en-US" dirty="0"/>
          </a:p>
        </p:txBody>
      </p:sp>
    </p:spTree>
    <p:extLst>
      <p:ext uri="{BB962C8B-B14F-4D97-AF65-F5344CB8AC3E}">
        <p14:creationId xmlns:p14="http://schemas.microsoft.com/office/powerpoint/2010/main" val="13054054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4AAC2B-A50D-4386-849A-6B59FB991B4C}" type="datetimeFigureOut">
              <a:rPr lang="en-US" smtClean="0"/>
              <a:t>11/19/2024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895658-EA1F-4910-80AB-4DA76E167475}" type="slidenum">
              <a:rPr lang="en-US" smtClean="0"/>
              <a:t>‹#›</a:t>
            </a:fld>
            <a:endParaRPr lang="en-US" dirty="0"/>
          </a:p>
        </p:txBody>
      </p:sp>
    </p:spTree>
    <p:extLst>
      <p:ext uri="{BB962C8B-B14F-4D97-AF65-F5344CB8AC3E}">
        <p14:creationId xmlns:p14="http://schemas.microsoft.com/office/powerpoint/2010/main" val="3414773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1</a:t>
            </a:fld>
            <a:endParaRPr lang="en-US" dirty="0"/>
          </a:p>
        </p:txBody>
      </p:sp>
    </p:spTree>
    <p:extLst>
      <p:ext uri="{BB962C8B-B14F-4D97-AF65-F5344CB8AC3E}">
        <p14:creationId xmlns:p14="http://schemas.microsoft.com/office/powerpoint/2010/main" val="2456864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2</a:t>
            </a:fld>
            <a:endParaRPr lang="en-US" dirty="0"/>
          </a:p>
        </p:txBody>
      </p:sp>
    </p:spTree>
    <p:extLst>
      <p:ext uri="{BB962C8B-B14F-4D97-AF65-F5344CB8AC3E}">
        <p14:creationId xmlns:p14="http://schemas.microsoft.com/office/powerpoint/2010/main" val="32177167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3</a:t>
            </a:fld>
            <a:endParaRPr lang="en-US" dirty="0"/>
          </a:p>
        </p:txBody>
      </p:sp>
    </p:spTree>
    <p:extLst>
      <p:ext uri="{BB962C8B-B14F-4D97-AF65-F5344CB8AC3E}">
        <p14:creationId xmlns:p14="http://schemas.microsoft.com/office/powerpoint/2010/main" val="2769560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A071C-536C-2DB8-7ACA-FBF04FC990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2CB8E7-E217-819F-2E78-01E6CEAC94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802C62-991E-5C4E-588A-919F3747441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BAA3119-4F20-753D-F6D2-49B7AA803D43}"/>
              </a:ext>
            </a:extLst>
          </p:cNvPr>
          <p:cNvSpPr>
            <a:spLocks noGrp="1"/>
          </p:cNvSpPr>
          <p:nvPr>
            <p:ph type="sldNum" sz="quarter" idx="5"/>
          </p:nvPr>
        </p:nvSpPr>
        <p:spPr/>
        <p:txBody>
          <a:bodyPr/>
          <a:lstStyle/>
          <a:p>
            <a:fld id="{10895658-EA1F-4910-80AB-4DA76E167475}" type="slidenum">
              <a:rPr lang="en-US" smtClean="0"/>
              <a:t>4</a:t>
            </a:fld>
            <a:endParaRPr lang="en-US" dirty="0"/>
          </a:p>
        </p:txBody>
      </p:sp>
    </p:spTree>
    <p:extLst>
      <p:ext uri="{BB962C8B-B14F-4D97-AF65-F5344CB8AC3E}">
        <p14:creationId xmlns:p14="http://schemas.microsoft.com/office/powerpoint/2010/main" val="1880522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5</a:t>
            </a:fld>
            <a:endParaRPr lang="en-US" dirty="0"/>
          </a:p>
        </p:txBody>
      </p:sp>
    </p:spTree>
    <p:extLst>
      <p:ext uri="{BB962C8B-B14F-4D97-AF65-F5344CB8AC3E}">
        <p14:creationId xmlns:p14="http://schemas.microsoft.com/office/powerpoint/2010/main" val="36071253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15.svg"/><Relationship Id="rId10" Type="http://schemas.openxmlformats.org/officeDocument/2006/relationships/image" Target="../media/image5.png"/><Relationship Id="rId4" Type="http://schemas.openxmlformats.org/officeDocument/2006/relationships/image" Target="../media/image14.png"/><Relationship Id="rId9"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4.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23.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26.svg"/><Relationship Id="rId4" Type="http://schemas.openxmlformats.org/officeDocument/2006/relationships/image" Target="../media/image2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26.svg"/><Relationship Id="rId4" Type="http://schemas.openxmlformats.org/officeDocument/2006/relationships/image" Target="../media/image2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9AF4D7D-42EC-4F30-296A-81B05C4E7D57}"/>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714772" y="677918"/>
            <a:ext cx="6856292" cy="3590596"/>
          </a:xfrm>
        </p:spPr>
        <p:txBody>
          <a:bodyPr anchor="ctr"/>
          <a:lstStyle>
            <a:lvl1pPr algn="l">
              <a:defRPr sz="6000" cap="all" baseline="0">
                <a:solidFill>
                  <a:schemeClr val="tx2"/>
                </a:solidFill>
              </a:defRPr>
            </a:lvl1pPr>
          </a:lstStyle>
          <a:p>
            <a:r>
              <a:rPr lang="en-US" dirty="0"/>
              <a:t>Click to add title</a:t>
            </a:r>
          </a:p>
        </p:txBody>
      </p:sp>
    </p:spTree>
    <p:extLst>
      <p:ext uri="{BB962C8B-B14F-4D97-AF65-F5344CB8AC3E}">
        <p14:creationId xmlns:p14="http://schemas.microsoft.com/office/powerpoint/2010/main" val="670392170"/>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4933950" y="429461"/>
            <a:ext cx="6343650" cy="2668463"/>
          </a:xfrm>
        </p:spPr>
        <p:txBody>
          <a:bodyPr anchor="b" anchorCtr="0"/>
          <a:lstStyle>
            <a:lvl1pPr>
              <a:defRPr cap="all" baseline="0">
                <a:solidFill>
                  <a:schemeClr val="accent1"/>
                </a:solidFill>
              </a:defRPr>
            </a:lvl1pPr>
          </a:lstStyle>
          <a:p>
            <a:r>
              <a:rPr lang="en-US" dirty="0"/>
              <a:t>CLICK TO ADD TITLE</a:t>
            </a:r>
          </a:p>
        </p:txBody>
      </p:sp>
      <p:sp>
        <p:nvSpPr>
          <p:cNvPr id="7" name="Content Placeholder 2">
            <a:extLst>
              <a:ext uri="{FF2B5EF4-FFF2-40B4-BE49-F238E27FC236}">
                <a16:creationId xmlns:a16="http://schemas.microsoft.com/office/drawing/2014/main" id="{F183B974-C7F1-5026-EC6E-647371B64BBB}"/>
              </a:ext>
            </a:extLst>
          </p:cNvPr>
          <p:cNvSpPr>
            <a:spLocks noGrp="1"/>
          </p:cNvSpPr>
          <p:nvPr>
            <p:ph sz="half" idx="14" hasCustomPrompt="1"/>
          </p:nvPr>
        </p:nvSpPr>
        <p:spPr>
          <a:xfrm>
            <a:off x="4938712" y="3299953"/>
            <a:ext cx="6338888" cy="2668463"/>
          </a:xfrm>
        </p:spPr>
        <p:txBody>
          <a:bodyPr>
            <a:normAutofit/>
          </a:bodyPr>
          <a:lstStyle>
            <a:lvl1pPr marL="0" indent="0">
              <a:lnSpc>
                <a:spcPct val="150000"/>
              </a:lnSpc>
              <a:spcBef>
                <a:spcPts val="0"/>
              </a:spcBef>
              <a:spcAft>
                <a:spcPts val="0"/>
              </a:spcAft>
              <a:buFont typeface="Arial" panose="020B0604020202020204" pitchFamily="34" charset="0"/>
              <a:buNone/>
              <a:defRPr sz="24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3" name="Group 2">
            <a:extLst>
              <a:ext uri="{FF2B5EF4-FFF2-40B4-BE49-F238E27FC236}">
                <a16:creationId xmlns:a16="http://schemas.microsoft.com/office/drawing/2014/main" id="{464914EB-20DD-97B4-8FF9-94D739D21CA4}"/>
              </a:ext>
              <a:ext uri="{C183D7F6-B498-43B3-948B-1728B52AA6E4}">
                <adec:decorative xmlns:adec="http://schemas.microsoft.com/office/drawing/2017/decorative" val="1"/>
              </a:ext>
            </a:extLst>
          </p:cNvPr>
          <p:cNvGrpSpPr/>
          <p:nvPr userDrawn="1"/>
        </p:nvGrpSpPr>
        <p:grpSpPr>
          <a:xfrm>
            <a:off x="-9867" y="-7753"/>
            <a:ext cx="4187536" cy="6865753"/>
            <a:chOff x="-9867" y="-7753"/>
            <a:chExt cx="4187536" cy="6865753"/>
          </a:xfrm>
        </p:grpSpPr>
        <p:sp>
          <p:nvSpPr>
            <p:cNvPr id="64" name="Rectangle 63">
              <a:extLst>
                <a:ext uri="{FF2B5EF4-FFF2-40B4-BE49-F238E27FC236}">
                  <a16:creationId xmlns:a16="http://schemas.microsoft.com/office/drawing/2014/main" id="{0407AED1-9974-465A-BC9C-530E270105DE}"/>
                </a:ext>
              </a:extLst>
            </p:cNvPr>
            <p:cNvSpPr/>
            <p:nvPr userDrawn="1"/>
          </p:nvSpPr>
          <p:spPr>
            <a:xfrm flipH="1">
              <a:off x="0" y="2021358"/>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808ADBC6-C9BE-4302-A86A-4AC842874C24}"/>
                </a:ext>
              </a:extLst>
            </p:cNvPr>
            <p:cNvSpPr/>
            <p:nvPr userDrawn="1"/>
          </p:nvSpPr>
          <p:spPr>
            <a:xfrm>
              <a:off x="2029604" y="2031653"/>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2B04AFC-F339-4DFB-AA44-D68317065E02}"/>
                </a:ext>
              </a:extLst>
            </p:cNvPr>
            <p:cNvSpPr/>
            <p:nvPr userDrawn="1"/>
          </p:nvSpPr>
          <p:spPr>
            <a:xfrm>
              <a:off x="2028253" y="4052815"/>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Picture 19" descr="A black and white striped pattern&#10;&#10;Description automatically generated with low confidence">
              <a:extLst>
                <a:ext uri="{FF2B5EF4-FFF2-40B4-BE49-F238E27FC236}">
                  <a16:creationId xmlns:a16="http://schemas.microsoft.com/office/drawing/2014/main" id="{E88B2398-8473-499F-836C-F3AF518F5BB2}"/>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2033015" y="5086646"/>
              <a:ext cx="2019299" cy="999451"/>
            </a:xfrm>
            <a:prstGeom prst="rect">
              <a:avLst/>
            </a:prstGeom>
          </p:spPr>
        </p:pic>
        <p:pic>
          <p:nvPicPr>
            <p:cNvPr id="26" name="Graphic 25">
              <a:extLst>
                <a:ext uri="{FF2B5EF4-FFF2-40B4-BE49-F238E27FC236}">
                  <a16:creationId xmlns:a16="http://schemas.microsoft.com/office/drawing/2014/main" id="{E1BC9BFE-80C0-4DA9-92DB-070C41E412B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9867" y="-1076"/>
              <a:ext cx="2029968" cy="2029968"/>
            </a:xfrm>
            <a:prstGeom prst="rect">
              <a:avLst/>
            </a:prstGeom>
          </p:spPr>
        </p:pic>
        <p:sp>
          <p:nvSpPr>
            <p:cNvPr id="31" name="Rectangle 30">
              <a:extLst>
                <a:ext uri="{FF2B5EF4-FFF2-40B4-BE49-F238E27FC236}">
                  <a16:creationId xmlns:a16="http://schemas.microsoft.com/office/drawing/2014/main" id="{A522571C-09D3-4F39-B963-76F80D9973F1}"/>
                </a:ext>
              </a:extLst>
            </p:cNvPr>
            <p:cNvSpPr/>
            <p:nvPr userDrawn="1"/>
          </p:nvSpPr>
          <p:spPr>
            <a:xfrm>
              <a:off x="2029968" y="6045049"/>
              <a:ext cx="2029968" cy="8129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20268D7D-D5FB-492C-8D00-3E866534BD42}"/>
                </a:ext>
              </a:extLst>
            </p:cNvPr>
            <p:cNvSpPr/>
            <p:nvPr userDrawn="1"/>
          </p:nvSpPr>
          <p:spPr>
            <a:xfrm flipH="1">
              <a:off x="0" y="4828032"/>
              <a:ext cx="2032942"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id="{54BCEF24-C76B-44E5-A457-E55658E8EB8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860" y="4828032"/>
              <a:ext cx="2029968" cy="2029968"/>
            </a:xfrm>
            <a:prstGeom prst="rect">
              <a:avLst/>
            </a:prstGeom>
          </p:spPr>
        </p:pic>
        <p:grpSp>
          <p:nvGrpSpPr>
            <p:cNvPr id="40" name="Group 39">
              <a:extLst>
                <a:ext uri="{FF2B5EF4-FFF2-40B4-BE49-F238E27FC236}">
                  <a16:creationId xmlns:a16="http://schemas.microsoft.com/office/drawing/2014/main" id="{18216784-417D-44A8-8CF1-C0CAF410EB9B}"/>
                </a:ext>
              </a:extLst>
            </p:cNvPr>
            <p:cNvGrpSpPr/>
            <p:nvPr userDrawn="1"/>
          </p:nvGrpSpPr>
          <p:grpSpPr>
            <a:xfrm>
              <a:off x="100242" y="2099803"/>
              <a:ext cx="1920240" cy="1920240"/>
              <a:chOff x="5361924" y="7472790"/>
              <a:chExt cx="1828800" cy="1828800"/>
            </a:xfrm>
          </p:grpSpPr>
          <p:grpSp>
            <p:nvGrpSpPr>
              <p:cNvPr id="41" name="Group 40">
                <a:extLst>
                  <a:ext uri="{FF2B5EF4-FFF2-40B4-BE49-F238E27FC236}">
                    <a16:creationId xmlns:a16="http://schemas.microsoft.com/office/drawing/2014/main" id="{FFF90BA2-E949-4FDF-A88E-B68F607E3205}"/>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41F18930-2C24-4BA6-A1EB-BF1644EE8558}"/>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D5953E65-C24C-4C83-86BB-E4A6D2532FDF}"/>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0B9DA7A8-A66E-4E0E-92DF-B3FF112EBB70}"/>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94E74739-1964-4A3C-B2E5-28FEF5EF8E49}"/>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E31C22DC-76BD-4E83-8A1A-B7AE70B2E8FE}"/>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F63C700C-5749-4BA1-8128-78559312E825}"/>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EC81C305-3A69-4634-8A07-56F8272122AF}"/>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A14AAEDA-8F87-420D-A6BD-FF115C08EB7A}"/>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A1FA4EA0-701D-49A3-8962-1BD0CE6E9C0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E362A8AA-1110-4C1C-9922-60F7D43E82B0}"/>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BC8B72EE-335A-4030-B500-7E6FB4D24F18}"/>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10167348-D9AA-4440-8569-849A6B0F2C2D}"/>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A5616AB2-7A83-42C0-883C-FFA27D5468C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6A9CA073-4F0B-4787-B46D-7886261E945E}"/>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9AF901A3-1EC5-458F-A653-74CCEAE9A13D}"/>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4D5E35A9-4BB5-48F3-AE34-E1BDD3343EB1}"/>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A9A549D5-A823-49C4-8C36-D074E6E039B9}"/>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6A767C47-7246-4B50-8E78-82766365754A}"/>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0AEE1DDC-07C3-4204-A3B1-BB7C77C0622B}"/>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75" name="Rectangle 74">
              <a:extLst>
                <a:ext uri="{FF2B5EF4-FFF2-40B4-BE49-F238E27FC236}">
                  <a16:creationId xmlns:a16="http://schemas.microsoft.com/office/drawing/2014/main" id="{15DA288D-BE35-46E8-AA86-9F28D8504DAB}"/>
                </a:ext>
              </a:extLst>
            </p:cNvPr>
            <p:cNvSpPr/>
            <p:nvPr userDrawn="1"/>
          </p:nvSpPr>
          <p:spPr>
            <a:xfrm>
              <a:off x="0" y="4043197"/>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Shape 73">
              <a:extLst>
                <a:ext uri="{FF2B5EF4-FFF2-40B4-BE49-F238E27FC236}">
                  <a16:creationId xmlns:a16="http://schemas.microsoft.com/office/drawing/2014/main" id="{72557B54-30A3-4192-9D51-EE28AF522DE9}"/>
                </a:ext>
              </a:extLst>
            </p:cNvPr>
            <p:cNvSpPr/>
            <p:nvPr userDrawn="1"/>
          </p:nvSpPr>
          <p:spPr>
            <a:xfrm>
              <a:off x="0" y="2021358"/>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6" name="Straight Connector 65">
              <a:extLst>
                <a:ext uri="{FF2B5EF4-FFF2-40B4-BE49-F238E27FC236}">
                  <a16:creationId xmlns:a16="http://schemas.microsoft.com/office/drawing/2014/main" id="{2208FD0E-034D-4DF3-85D7-F0EBE2775B58}"/>
                </a:ext>
              </a:extLst>
            </p:cNvPr>
            <p:cNvCxnSpPr>
              <a:cxnSpLocks/>
            </p:cNvCxnSpPr>
            <p:nvPr userDrawn="1"/>
          </p:nvCxnSpPr>
          <p:spPr>
            <a:xfrm>
              <a:off x="10632" y="-7753"/>
              <a:ext cx="4052352" cy="404086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E20239FE-47D0-4B4F-8440-F859F368C141}"/>
                </a:ext>
              </a:extLst>
            </p:cNvPr>
            <p:cNvSpPr/>
            <p:nvPr userDrawn="1"/>
          </p:nvSpPr>
          <p:spPr>
            <a:xfrm>
              <a:off x="3903349" y="3869829"/>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Footer Placeholder 4">
            <a:extLst>
              <a:ext uri="{FF2B5EF4-FFF2-40B4-BE49-F238E27FC236}">
                <a16:creationId xmlns:a16="http://schemas.microsoft.com/office/drawing/2014/main" id="{A8925BB7-B630-981C-964B-37A5DCBEA2E2}"/>
              </a:ext>
            </a:extLst>
          </p:cNvPr>
          <p:cNvSpPr>
            <a:spLocks noGrp="1"/>
          </p:cNvSpPr>
          <p:nvPr>
            <p:ph type="ftr" sz="quarter" idx="11"/>
          </p:nvPr>
        </p:nvSpPr>
        <p:spPr>
          <a:xfrm>
            <a:off x="7306165" y="6355080"/>
            <a:ext cx="2286000" cy="365125"/>
          </a:xfrm>
        </p:spPr>
        <p:txBody>
          <a:bodyPr/>
          <a:lstStyle>
            <a:lvl1pPr>
              <a:defRPr>
                <a:solidFill>
                  <a:schemeClr val="tx1"/>
                </a:solidFill>
              </a:defRPr>
            </a:lvl1pPr>
          </a:lstStyle>
          <a:p>
            <a:r>
              <a:rPr lang="en-US"/>
              <a:t>Presentation title</a:t>
            </a:r>
            <a:endParaRPr lang="en-US" dirty="0"/>
          </a:p>
        </p:txBody>
      </p:sp>
      <p:sp>
        <p:nvSpPr>
          <p:cNvPr id="5" name="Slide Number Placeholder 5">
            <a:extLst>
              <a:ext uri="{FF2B5EF4-FFF2-40B4-BE49-F238E27FC236}">
                <a16:creationId xmlns:a16="http://schemas.microsoft.com/office/drawing/2014/main" id="{4B4D24B0-E841-7B76-D133-06ABBAB6B6FF}"/>
              </a:ext>
            </a:extLst>
          </p:cNvPr>
          <p:cNvSpPr>
            <a:spLocks noGrp="1"/>
          </p:cNvSpPr>
          <p:nvPr>
            <p:ph type="sldNum" sz="quarter" idx="12"/>
          </p:nvPr>
        </p:nvSpPr>
        <p:spPr>
          <a:xfrm>
            <a:off x="10967357"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
        <p:nvSpPr>
          <p:cNvPr id="6" name="Date Placeholder 3">
            <a:extLst>
              <a:ext uri="{FF2B5EF4-FFF2-40B4-BE49-F238E27FC236}">
                <a16:creationId xmlns:a16="http://schemas.microsoft.com/office/drawing/2014/main" id="{C7D011F5-A799-BEAA-9160-5743D58B456A}"/>
              </a:ext>
            </a:extLst>
          </p:cNvPr>
          <p:cNvSpPr>
            <a:spLocks noGrp="1"/>
          </p:cNvSpPr>
          <p:nvPr>
            <p:ph type="dt" sz="half" idx="10"/>
          </p:nvPr>
        </p:nvSpPr>
        <p:spPr>
          <a:xfrm>
            <a:off x="4833694" y="6353175"/>
            <a:ext cx="1097280" cy="365125"/>
          </a:xfrm>
        </p:spPr>
        <p:txBody>
          <a:bodyPr/>
          <a:lstStyle>
            <a:lvl1pPr>
              <a:defRPr>
                <a:solidFill>
                  <a:schemeClr val="tx1"/>
                </a:solidFill>
              </a:defRPr>
            </a:lvl1pPr>
          </a:lstStyle>
          <a:p>
            <a:r>
              <a:rPr lang="en-US"/>
              <a:t>12/11/2023</a:t>
            </a:r>
            <a:endParaRPr lang="en-US" dirty="0"/>
          </a:p>
        </p:txBody>
      </p:sp>
    </p:spTree>
    <p:extLst>
      <p:ext uri="{BB962C8B-B14F-4D97-AF65-F5344CB8AC3E}">
        <p14:creationId xmlns:p14="http://schemas.microsoft.com/office/powerpoint/2010/main" val="193739902"/>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660358"/>
            <a:ext cx="6594768" cy="5537284"/>
          </a:xfrm>
        </p:spPr>
        <p:txBody>
          <a:bodyPr anchor="ctr">
            <a:normAutofit/>
          </a:bodyPr>
          <a:lstStyle>
            <a:lvl1pPr algn="l">
              <a:defRPr sz="4800" cap="all" baseline="0">
                <a:solidFill>
                  <a:schemeClr val="tx2"/>
                </a:solidFill>
              </a:defRPr>
            </a:lvl1pPr>
          </a:lstStyle>
          <a:p>
            <a:r>
              <a:rPr lang="en-US" dirty="0"/>
              <a:t>Click to add title</a:t>
            </a:r>
          </a:p>
        </p:txBody>
      </p:sp>
      <p:sp>
        <p:nvSpPr>
          <p:cNvPr id="63" name="Picture Placeholder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rot="10800000">
            <a:off x="1" y="761322"/>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a:noAutofit/>
          </a:bodyPr>
          <a:lstStyle>
            <a:lvl1pPr algn="ctr">
              <a:defRPr sz="2000">
                <a:solidFill>
                  <a:schemeClr val="bg1"/>
                </a:solidFill>
              </a:defRPr>
            </a:lvl1pPr>
          </a:lstStyle>
          <a:p>
            <a:r>
              <a:rPr lang="en-US" dirty="0"/>
              <a:t>Click icon to insert picture</a:t>
            </a:r>
          </a:p>
        </p:txBody>
      </p:sp>
      <p:grpSp>
        <p:nvGrpSpPr>
          <p:cNvPr id="4" name="Group 3">
            <a:extLst>
              <a:ext uri="{FF2B5EF4-FFF2-40B4-BE49-F238E27FC236}">
                <a16:creationId xmlns:a16="http://schemas.microsoft.com/office/drawing/2014/main" id="{A1EA6F58-FA46-C921-5758-59234B148D4F}"/>
              </a:ext>
              <a:ext uri="{C183D7F6-B498-43B3-948B-1728B52AA6E4}">
                <adec:decorative xmlns:adec="http://schemas.microsoft.com/office/drawing/2017/decorative" val="1"/>
              </a:ext>
            </a:extLst>
          </p:cNvPr>
          <p:cNvGrpSpPr/>
          <p:nvPr userDrawn="1"/>
        </p:nvGrpSpPr>
        <p:grpSpPr>
          <a:xfrm>
            <a:off x="0" y="0"/>
            <a:ext cx="4069439" cy="4828833"/>
            <a:chOff x="0" y="0"/>
            <a:chExt cx="4069439" cy="4828833"/>
          </a:xfrm>
        </p:grpSpPr>
        <p:sp>
          <p:nvSpPr>
            <p:cNvPr id="7" name="Rectangle 6">
              <a:extLst>
                <a:ext uri="{FF2B5EF4-FFF2-40B4-BE49-F238E27FC236}">
                  <a16:creationId xmlns:a16="http://schemas.microsoft.com/office/drawing/2014/main" id="{06F989FA-6E7A-3A98-AF95-F2384308BD32}"/>
                </a:ext>
              </a:extLst>
            </p:cNvPr>
            <p:cNvSpPr>
              <a:spLocks/>
            </p:cNvSpPr>
            <p:nvPr userDrawn="1"/>
          </p:nvSpPr>
          <p:spPr>
            <a:xfrm rot="10800000" flipH="1">
              <a:off x="2026630" y="77643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23">
              <a:extLst>
                <a:ext uri="{FF2B5EF4-FFF2-40B4-BE49-F238E27FC236}">
                  <a16:creationId xmlns:a16="http://schemas.microsoft.com/office/drawing/2014/main" id="{F0BAC8B3-F184-675F-DC5F-C48CE69D7622}"/>
                </a:ext>
              </a:extLst>
            </p:cNvPr>
            <p:cNvSpPr/>
            <p:nvPr userDrawn="1"/>
          </p:nvSpPr>
          <p:spPr>
            <a:xfrm rot="10800000">
              <a:off x="0" y="76613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0B75A35-885A-CE38-4F65-95EF186B13D1}"/>
                </a:ext>
              </a:extLst>
            </p:cNvPr>
            <p:cNvSpPr/>
            <p:nvPr userDrawn="1"/>
          </p:nvSpPr>
          <p:spPr>
            <a:xfrm rot="10800000">
              <a:off x="1351" y="0"/>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4B488086-4998-410C-FCC8-29CA6288A7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039471" y="2798865"/>
              <a:ext cx="2029968" cy="2029968"/>
            </a:xfrm>
            <a:prstGeom prst="rect">
              <a:avLst/>
            </a:prstGeom>
          </p:spPr>
        </p:pic>
        <p:sp>
          <p:nvSpPr>
            <p:cNvPr id="41" name="Rectangle 40">
              <a:extLst>
                <a:ext uri="{FF2B5EF4-FFF2-40B4-BE49-F238E27FC236}">
                  <a16:creationId xmlns:a16="http://schemas.microsoft.com/office/drawing/2014/main" id="{26879019-2911-2F60-CC5B-25D1BE752B8D}"/>
                </a:ext>
              </a:extLst>
            </p:cNvPr>
            <p:cNvSpPr/>
            <p:nvPr userDrawn="1"/>
          </p:nvSpPr>
          <p:spPr>
            <a:xfrm rot="10800000">
              <a:off x="2029604" y="0"/>
              <a:ext cx="2029968" cy="784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black and white striped pattern&#10;&#10;Description automatically generated with low confidence">
              <a:extLst>
                <a:ext uri="{FF2B5EF4-FFF2-40B4-BE49-F238E27FC236}">
                  <a16:creationId xmlns:a16="http://schemas.microsoft.com/office/drawing/2014/main" id="{CD1CD1B2-7EBC-96B6-A02D-7972C278746E}"/>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rot="10800000">
              <a:off x="2035948" y="788197"/>
              <a:ext cx="2019299" cy="999451"/>
            </a:xfrm>
            <a:prstGeom prst="rect">
              <a:avLst/>
            </a:prstGeom>
          </p:spPr>
        </p:pic>
      </p:grpSp>
    </p:spTree>
    <p:extLst>
      <p:ext uri="{BB962C8B-B14F-4D97-AF65-F5344CB8AC3E}">
        <p14:creationId xmlns:p14="http://schemas.microsoft.com/office/powerpoint/2010/main" val="1506966382"/>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icture ">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544285"/>
            <a:ext cx="6594768" cy="3445329"/>
          </a:xfrm>
        </p:spPr>
        <p:txBody>
          <a:bodyPr anchor="b">
            <a:normAutofit/>
          </a:bodyPr>
          <a:lstStyle>
            <a:lvl1pPr algn="l">
              <a:defRPr sz="48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4829789" y="4130045"/>
            <a:ext cx="6594768" cy="1951523"/>
          </a:xfrm>
        </p:spPr>
        <p:txBody>
          <a:bodyPr>
            <a:normAutofit/>
          </a:bodyPr>
          <a:lstStyle>
            <a:lvl1pPr marL="0" indent="0" algn="l">
              <a:lnSpc>
                <a:spcPct val="150000"/>
              </a:lnSpc>
              <a:spcBef>
                <a:spcPts val="0"/>
              </a:spcBef>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grpSp>
        <p:nvGrpSpPr>
          <p:cNvPr id="4" name="Group 3">
            <a:extLst>
              <a:ext uri="{FF2B5EF4-FFF2-40B4-BE49-F238E27FC236}">
                <a16:creationId xmlns:a16="http://schemas.microsoft.com/office/drawing/2014/main" id="{C2A24CB0-5164-75CE-ED27-EF876C19C655}"/>
              </a:ext>
              <a:ext uri="{C183D7F6-B498-43B3-948B-1728B52AA6E4}">
                <adec:decorative xmlns:adec="http://schemas.microsoft.com/office/drawing/2017/decorative" val="1"/>
              </a:ext>
            </a:extLst>
          </p:cNvPr>
          <p:cNvGrpSpPr/>
          <p:nvPr userDrawn="1"/>
        </p:nvGrpSpPr>
        <p:grpSpPr>
          <a:xfrm>
            <a:off x="0" y="2029167"/>
            <a:ext cx="4069439" cy="4828833"/>
            <a:chOff x="0" y="2029167"/>
            <a:chExt cx="4069439" cy="4828833"/>
          </a:xfrm>
        </p:grpSpPr>
        <p:sp>
          <p:nvSpPr>
            <p:cNvPr id="7" name="Rectangle 6">
              <a:extLst>
                <a:ext uri="{FF2B5EF4-FFF2-40B4-BE49-F238E27FC236}">
                  <a16:creationId xmlns:a16="http://schemas.microsoft.com/office/drawing/2014/main" id="{06F989FA-6E7A-3A98-AF95-F2384308BD32}"/>
                </a:ext>
              </a:extLst>
            </p:cNvPr>
            <p:cNvSpPr/>
            <p:nvPr userDrawn="1"/>
          </p:nvSpPr>
          <p:spPr>
            <a:xfrm flipH="1">
              <a:off x="9867" y="405160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23">
              <a:extLst>
                <a:ext uri="{FF2B5EF4-FFF2-40B4-BE49-F238E27FC236}">
                  <a16:creationId xmlns:a16="http://schemas.microsoft.com/office/drawing/2014/main" id="{F0BAC8B3-F184-675F-DC5F-C48CE69D7622}"/>
                </a:ext>
              </a:extLst>
            </p:cNvPr>
            <p:cNvSpPr/>
            <p:nvPr userDrawn="1"/>
          </p:nvSpPr>
          <p:spPr>
            <a:xfrm>
              <a:off x="2039471" y="406189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0B75A35-885A-CE38-4F65-95EF186B13D1}"/>
                </a:ext>
              </a:extLst>
            </p:cNvPr>
            <p:cNvSpPr/>
            <p:nvPr userDrawn="1"/>
          </p:nvSpPr>
          <p:spPr>
            <a:xfrm>
              <a:off x="2038120" y="6083058"/>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4B488086-4998-410C-FCC8-29CA6288A7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0" y="2029167"/>
              <a:ext cx="2029968" cy="2029968"/>
            </a:xfrm>
            <a:prstGeom prst="rect">
              <a:avLst/>
            </a:prstGeom>
          </p:spPr>
        </p:pic>
        <p:grpSp>
          <p:nvGrpSpPr>
            <p:cNvPr id="19" name="Group 18">
              <a:extLst>
                <a:ext uri="{FF2B5EF4-FFF2-40B4-BE49-F238E27FC236}">
                  <a16:creationId xmlns:a16="http://schemas.microsoft.com/office/drawing/2014/main" id="{227BDAED-0D36-04AE-1A0C-E36977943C38}"/>
                </a:ext>
              </a:extLst>
            </p:cNvPr>
            <p:cNvGrpSpPr/>
            <p:nvPr userDrawn="1"/>
          </p:nvGrpSpPr>
          <p:grpSpPr>
            <a:xfrm>
              <a:off x="110109" y="4130046"/>
              <a:ext cx="1920240" cy="1920240"/>
              <a:chOff x="5361924" y="7472790"/>
              <a:chExt cx="1828800" cy="1828800"/>
            </a:xfrm>
          </p:grpSpPr>
          <p:grpSp>
            <p:nvGrpSpPr>
              <p:cNvPr id="20" name="Group 19">
                <a:extLst>
                  <a:ext uri="{FF2B5EF4-FFF2-40B4-BE49-F238E27FC236}">
                    <a16:creationId xmlns:a16="http://schemas.microsoft.com/office/drawing/2014/main" id="{DCF3798F-8E8C-7928-8347-8BC5B07B29F9}"/>
                  </a:ext>
                </a:extLst>
              </p:cNvPr>
              <p:cNvGrpSpPr/>
              <p:nvPr userDrawn="1"/>
            </p:nvGrpSpPr>
            <p:grpSpPr>
              <a:xfrm>
                <a:off x="5361924" y="7472790"/>
                <a:ext cx="1828800" cy="1828800"/>
                <a:chOff x="5361924" y="7472790"/>
                <a:chExt cx="1828800" cy="1828800"/>
              </a:xfrm>
            </p:grpSpPr>
            <p:grpSp>
              <p:nvGrpSpPr>
                <p:cNvPr id="22" name="Group 21">
                  <a:extLst>
                    <a:ext uri="{FF2B5EF4-FFF2-40B4-BE49-F238E27FC236}">
                      <a16:creationId xmlns:a16="http://schemas.microsoft.com/office/drawing/2014/main" id="{A488BF7D-B7D9-249A-4EC2-8A1F6311D1BD}"/>
                    </a:ext>
                  </a:extLst>
                </p:cNvPr>
                <p:cNvGrpSpPr/>
                <p:nvPr userDrawn="1"/>
              </p:nvGrpSpPr>
              <p:grpSpPr>
                <a:xfrm>
                  <a:off x="5361924" y="7472790"/>
                  <a:ext cx="1828800" cy="1828800"/>
                  <a:chOff x="5388428" y="7173291"/>
                  <a:chExt cx="1828800" cy="1828800"/>
                </a:xfrm>
              </p:grpSpPr>
              <p:grpSp>
                <p:nvGrpSpPr>
                  <p:cNvPr id="29" name="Group 28">
                    <a:extLst>
                      <a:ext uri="{FF2B5EF4-FFF2-40B4-BE49-F238E27FC236}">
                        <a16:creationId xmlns:a16="http://schemas.microsoft.com/office/drawing/2014/main" id="{C68EE8A4-53F3-EAAD-F43C-1F73C11BCE4C}"/>
                      </a:ext>
                    </a:extLst>
                  </p:cNvPr>
                  <p:cNvGrpSpPr/>
                  <p:nvPr userDrawn="1"/>
                </p:nvGrpSpPr>
                <p:grpSpPr>
                  <a:xfrm>
                    <a:off x="5388428" y="7173291"/>
                    <a:ext cx="1828800" cy="1828800"/>
                    <a:chOff x="5388428" y="7173291"/>
                    <a:chExt cx="1828800" cy="1828800"/>
                  </a:xfrm>
                </p:grpSpPr>
                <p:grpSp>
                  <p:nvGrpSpPr>
                    <p:cNvPr id="31" name="Group 30">
                      <a:extLst>
                        <a:ext uri="{FF2B5EF4-FFF2-40B4-BE49-F238E27FC236}">
                          <a16:creationId xmlns:a16="http://schemas.microsoft.com/office/drawing/2014/main" id="{806ABFB8-B814-19D4-3D47-A20F5AE8785F}"/>
                        </a:ext>
                      </a:extLst>
                    </p:cNvPr>
                    <p:cNvGrpSpPr/>
                    <p:nvPr userDrawn="1"/>
                  </p:nvGrpSpPr>
                  <p:grpSpPr>
                    <a:xfrm>
                      <a:off x="5388428" y="7173291"/>
                      <a:ext cx="1828800" cy="1828800"/>
                      <a:chOff x="5579044" y="7049770"/>
                      <a:chExt cx="1828800" cy="1828800"/>
                    </a:xfrm>
                  </p:grpSpPr>
                  <p:grpSp>
                    <p:nvGrpSpPr>
                      <p:cNvPr id="33" name="Group 32">
                        <a:extLst>
                          <a:ext uri="{FF2B5EF4-FFF2-40B4-BE49-F238E27FC236}">
                            <a16:creationId xmlns:a16="http://schemas.microsoft.com/office/drawing/2014/main" id="{992340A8-8A61-1791-D56D-37F56A662FEC}"/>
                          </a:ext>
                        </a:extLst>
                      </p:cNvPr>
                      <p:cNvGrpSpPr/>
                      <p:nvPr userDrawn="1"/>
                    </p:nvGrpSpPr>
                    <p:grpSpPr>
                      <a:xfrm>
                        <a:off x="5579044" y="7049770"/>
                        <a:ext cx="1828800" cy="1828800"/>
                        <a:chOff x="5579044" y="7049770"/>
                        <a:chExt cx="1828800" cy="1828800"/>
                      </a:xfrm>
                    </p:grpSpPr>
                    <p:grpSp>
                      <p:nvGrpSpPr>
                        <p:cNvPr id="35" name="Group 34">
                          <a:extLst>
                            <a:ext uri="{FF2B5EF4-FFF2-40B4-BE49-F238E27FC236}">
                              <a16:creationId xmlns:a16="http://schemas.microsoft.com/office/drawing/2014/main" id="{CD482B6F-4CF8-CEB3-7478-EB1A76DCF567}"/>
                            </a:ext>
                          </a:extLst>
                        </p:cNvPr>
                        <p:cNvGrpSpPr/>
                        <p:nvPr userDrawn="1"/>
                      </p:nvGrpSpPr>
                      <p:grpSpPr>
                        <a:xfrm>
                          <a:off x="5579044" y="7049770"/>
                          <a:ext cx="1828800" cy="1828800"/>
                          <a:chOff x="5579044" y="7049770"/>
                          <a:chExt cx="1828800" cy="1828800"/>
                        </a:xfrm>
                      </p:grpSpPr>
                      <p:grpSp>
                        <p:nvGrpSpPr>
                          <p:cNvPr id="37" name="Group 36">
                            <a:extLst>
                              <a:ext uri="{FF2B5EF4-FFF2-40B4-BE49-F238E27FC236}">
                                <a16:creationId xmlns:a16="http://schemas.microsoft.com/office/drawing/2014/main" id="{48DB94FE-59B9-2EAD-D619-84D732CEACD3}"/>
                              </a:ext>
                            </a:extLst>
                          </p:cNvPr>
                          <p:cNvGrpSpPr/>
                          <p:nvPr userDrawn="1"/>
                        </p:nvGrpSpPr>
                        <p:grpSpPr>
                          <a:xfrm>
                            <a:off x="5579044" y="7049770"/>
                            <a:ext cx="1828800" cy="1828800"/>
                            <a:chOff x="5579044" y="7049770"/>
                            <a:chExt cx="1828800" cy="1828800"/>
                          </a:xfrm>
                        </p:grpSpPr>
                        <p:sp>
                          <p:nvSpPr>
                            <p:cNvPr id="39" name="Oval 38">
                              <a:extLst>
                                <a:ext uri="{FF2B5EF4-FFF2-40B4-BE49-F238E27FC236}">
                                  <a16:creationId xmlns:a16="http://schemas.microsoft.com/office/drawing/2014/main" id="{E9EB6EED-2663-2442-C484-EF27395DCEB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0" name="Oval 39">
                              <a:extLst>
                                <a:ext uri="{FF2B5EF4-FFF2-40B4-BE49-F238E27FC236}">
                                  <a16:creationId xmlns:a16="http://schemas.microsoft.com/office/drawing/2014/main" id="{E5978766-DE51-5FF5-41BE-B1007C37165E}"/>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8" name="Oval 37">
                            <a:extLst>
                              <a:ext uri="{FF2B5EF4-FFF2-40B4-BE49-F238E27FC236}">
                                <a16:creationId xmlns:a16="http://schemas.microsoft.com/office/drawing/2014/main" id="{749B68DA-C119-6301-085A-2E7F3F7E3CB1}"/>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6" name="Oval 35">
                          <a:extLst>
                            <a:ext uri="{FF2B5EF4-FFF2-40B4-BE49-F238E27FC236}">
                              <a16:creationId xmlns:a16="http://schemas.microsoft.com/office/drawing/2014/main" id="{D753957E-F4A5-E4CA-B8B3-F6AE73F159F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4" name="Oval 33">
                        <a:extLst>
                          <a:ext uri="{FF2B5EF4-FFF2-40B4-BE49-F238E27FC236}">
                            <a16:creationId xmlns:a16="http://schemas.microsoft.com/office/drawing/2014/main" id="{3C4F46AE-42C2-9E3D-D294-F9297389D110}"/>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2" name="Oval 31">
                      <a:extLst>
                        <a:ext uri="{FF2B5EF4-FFF2-40B4-BE49-F238E27FC236}">
                          <a16:creationId xmlns:a16="http://schemas.microsoft.com/office/drawing/2014/main" id="{42376F25-4466-0F15-CD2F-B821AC9CCE5C}"/>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0" name="Oval 29">
                    <a:extLst>
                      <a:ext uri="{FF2B5EF4-FFF2-40B4-BE49-F238E27FC236}">
                        <a16:creationId xmlns:a16="http://schemas.microsoft.com/office/drawing/2014/main" id="{BBC988D2-4FFC-612A-DD91-A41B6194EF6C}"/>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4" name="Oval 23">
                  <a:extLst>
                    <a:ext uri="{FF2B5EF4-FFF2-40B4-BE49-F238E27FC236}">
                      <a16:creationId xmlns:a16="http://schemas.microsoft.com/office/drawing/2014/main" id="{53690E8A-1D3D-3D5D-932E-D2A2CFE5BDAB}"/>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5" name="Oval 24">
                  <a:extLst>
                    <a:ext uri="{FF2B5EF4-FFF2-40B4-BE49-F238E27FC236}">
                      <a16:creationId xmlns:a16="http://schemas.microsoft.com/office/drawing/2014/main" id="{1AE08D7C-4190-C00C-19F0-BEC1F608B97A}"/>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6" name="Oval 25">
                  <a:extLst>
                    <a:ext uri="{FF2B5EF4-FFF2-40B4-BE49-F238E27FC236}">
                      <a16:creationId xmlns:a16="http://schemas.microsoft.com/office/drawing/2014/main" id="{7B3E9873-3672-0001-60F1-6068B67A6DFE}"/>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7" name="Oval 26">
                  <a:extLst>
                    <a:ext uri="{FF2B5EF4-FFF2-40B4-BE49-F238E27FC236}">
                      <a16:creationId xmlns:a16="http://schemas.microsoft.com/office/drawing/2014/main" id="{4CD85BCE-3B9E-234C-4D1D-EC1A6A57D298}"/>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8" name="Oval 27">
                  <a:extLst>
                    <a:ext uri="{FF2B5EF4-FFF2-40B4-BE49-F238E27FC236}">
                      <a16:creationId xmlns:a16="http://schemas.microsoft.com/office/drawing/2014/main" id="{5CC66A2F-CBBE-220E-5ECB-528B8EE34F83}"/>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1" name="Oval 20">
                <a:extLst>
                  <a:ext uri="{FF2B5EF4-FFF2-40B4-BE49-F238E27FC236}">
                    <a16:creationId xmlns:a16="http://schemas.microsoft.com/office/drawing/2014/main" id="{B7B0A7FC-B497-31A6-1F93-414F96AF4C4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1" name="Rectangle 40">
              <a:extLst>
                <a:ext uri="{FF2B5EF4-FFF2-40B4-BE49-F238E27FC236}">
                  <a16:creationId xmlns:a16="http://schemas.microsoft.com/office/drawing/2014/main" id="{26879019-2911-2F60-CC5B-25D1BE752B8D}"/>
                </a:ext>
              </a:extLst>
            </p:cNvPr>
            <p:cNvSpPr/>
            <p:nvPr userDrawn="1"/>
          </p:nvSpPr>
          <p:spPr>
            <a:xfrm>
              <a:off x="9867" y="6073440"/>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Shape 41">
              <a:extLst>
                <a:ext uri="{FF2B5EF4-FFF2-40B4-BE49-F238E27FC236}">
                  <a16:creationId xmlns:a16="http://schemas.microsoft.com/office/drawing/2014/main" id="{8CCEA94B-F499-5FCA-D063-7FD71F10F95B}"/>
                </a:ext>
              </a:extLst>
            </p:cNvPr>
            <p:cNvSpPr/>
            <p:nvPr userDrawn="1"/>
          </p:nvSpPr>
          <p:spPr>
            <a:xfrm>
              <a:off x="9867" y="405160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63" name="Picture Placeholder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a:off x="0" y="-1"/>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a:noAutofit/>
          </a:bodyPr>
          <a:lstStyle>
            <a:lvl1pPr marL="0" indent="0" algn="ctr">
              <a:buNone/>
              <a:defRPr sz="2000">
                <a:solidFill>
                  <a:schemeClr val="bg1"/>
                </a:solidFill>
              </a:defRPr>
            </a:lvl1pPr>
          </a:lstStyle>
          <a:p>
            <a:r>
              <a:rPr lang="en-US" dirty="0"/>
              <a:t>Click icon to insert picture</a:t>
            </a:r>
          </a:p>
        </p:txBody>
      </p:sp>
    </p:spTree>
    <p:extLst>
      <p:ext uri="{BB962C8B-B14F-4D97-AF65-F5344CB8AC3E}">
        <p14:creationId xmlns:p14="http://schemas.microsoft.com/office/powerpoint/2010/main" val="17235676"/>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1" y="896112"/>
            <a:ext cx="6589150" cy="1988706"/>
          </a:xfrm>
        </p:spPr>
        <p:txBody>
          <a:bodyPr anchor="t" anchorCtr="0"/>
          <a:lstStyle>
            <a:lvl1pPr>
              <a:defRPr cap="all" baseline="0">
                <a:solidFill>
                  <a:schemeClr val="tx2"/>
                </a:solidFill>
              </a:defRPr>
            </a:lvl1pPr>
          </a:lstStyle>
          <a:p>
            <a:r>
              <a:rPr lang="en-US" dirty="0"/>
              <a:t>CLICK TO ADD TITLE</a:t>
            </a:r>
          </a:p>
        </p:txBody>
      </p:sp>
      <p:grpSp>
        <p:nvGrpSpPr>
          <p:cNvPr id="3" name="Group 2">
            <a:extLst>
              <a:ext uri="{FF2B5EF4-FFF2-40B4-BE49-F238E27FC236}">
                <a16:creationId xmlns:a16="http://schemas.microsoft.com/office/drawing/2014/main" id="{C8EF03D4-C3B7-918C-FF43-0A9C106ACA0F}"/>
              </a:ext>
              <a:ext uri="{C183D7F6-B498-43B3-948B-1728B52AA6E4}">
                <adec:decorative xmlns:adec="http://schemas.microsoft.com/office/drawing/2017/decorative" val="1"/>
              </a:ext>
            </a:extLst>
          </p:cNvPr>
          <p:cNvGrpSpPr/>
          <p:nvPr userDrawn="1"/>
        </p:nvGrpSpPr>
        <p:grpSpPr>
          <a:xfrm>
            <a:off x="8127476" y="-9144"/>
            <a:ext cx="4069095" cy="6867144"/>
            <a:chOff x="8127476" y="-9144"/>
            <a:chExt cx="4069095" cy="6867144"/>
          </a:xfrm>
        </p:grpSpPr>
        <p:sp>
          <p:nvSpPr>
            <p:cNvPr id="11" name="Rectangle 10">
              <a:extLst>
                <a:ext uri="{FF2B5EF4-FFF2-40B4-BE49-F238E27FC236}">
                  <a16:creationId xmlns:a16="http://schemas.microsoft.com/office/drawing/2014/main" id="{4FADCD25-4CC2-4A9A-B033-132F3DA6D2F5}"/>
                </a:ext>
              </a:extLst>
            </p:cNvPr>
            <p:cNvSpPr/>
            <p:nvPr userDrawn="1"/>
          </p:nvSpPr>
          <p:spPr>
            <a:xfrm>
              <a:off x="10162032" y="2014436"/>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23">
              <a:extLst>
                <a:ext uri="{FF2B5EF4-FFF2-40B4-BE49-F238E27FC236}">
                  <a16:creationId xmlns:a16="http://schemas.microsoft.com/office/drawing/2014/main" id="{D2F68DA8-1D58-42B0-A2C9-046E92884BC1}"/>
                </a:ext>
              </a:extLst>
            </p:cNvPr>
            <p:cNvSpPr/>
            <p:nvPr userDrawn="1"/>
          </p:nvSpPr>
          <p:spPr>
            <a:xfrm rot="5400000">
              <a:off x="10160492" y="202456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DB232A4-4F4E-48E9-9E61-BE51F716635C}"/>
                </a:ext>
              </a:extLst>
            </p:cNvPr>
            <p:cNvSpPr/>
            <p:nvPr userDrawn="1"/>
          </p:nvSpPr>
          <p:spPr>
            <a:xfrm>
              <a:off x="10162032" y="0"/>
              <a:ext cx="2029968"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4CB66576-218C-4236-B125-DD7B03A784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0162032" y="0"/>
              <a:ext cx="2029968" cy="2029968"/>
            </a:xfrm>
            <a:prstGeom prst="rect">
              <a:avLst/>
            </a:prstGeom>
          </p:spPr>
        </p:pic>
        <p:sp>
          <p:nvSpPr>
            <p:cNvPr id="7" name="Rectangle 6">
              <a:extLst>
                <a:ext uri="{FF2B5EF4-FFF2-40B4-BE49-F238E27FC236}">
                  <a16:creationId xmlns:a16="http://schemas.microsoft.com/office/drawing/2014/main" id="{E557D1F3-8C55-47FE-B39A-86D30F8FFEA1}"/>
                </a:ext>
              </a:extLst>
            </p:cNvPr>
            <p:cNvSpPr/>
            <p:nvPr userDrawn="1"/>
          </p:nvSpPr>
          <p:spPr>
            <a:xfrm>
              <a:off x="8139364" y="-7084"/>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F4EB6F2E-2621-4EB5-A04D-906FD08CED87}"/>
                </a:ext>
              </a:extLst>
            </p:cNvPr>
            <p:cNvSpPr/>
            <p:nvPr userDrawn="1"/>
          </p:nvSpPr>
          <p:spPr>
            <a:xfrm flipH="1">
              <a:off x="8127476" y="4807776"/>
              <a:ext cx="2032942"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CC28908-2548-441C-BE9D-8728E1FC84C0}"/>
                </a:ext>
              </a:extLst>
            </p:cNvPr>
            <p:cNvSpPr/>
            <p:nvPr userDrawn="1"/>
          </p:nvSpPr>
          <p:spPr>
            <a:xfrm>
              <a:off x="10160492" y="4041539"/>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descr="A black and white striped pattern&#10;&#10;Description automatically generated with low confidence">
              <a:extLst>
                <a:ext uri="{FF2B5EF4-FFF2-40B4-BE49-F238E27FC236}">
                  <a16:creationId xmlns:a16="http://schemas.microsoft.com/office/drawing/2014/main" id="{731DC170-FB16-45F8-B62C-DCAB2B9AC310}"/>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10177272" y="5079562"/>
              <a:ext cx="2019299" cy="999451"/>
            </a:xfrm>
            <a:prstGeom prst="rect">
              <a:avLst/>
            </a:prstGeom>
          </p:spPr>
        </p:pic>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0800000">
              <a:off x="8139640" y="-9144"/>
              <a:ext cx="2029968" cy="2029968"/>
            </a:xfrm>
            <a:prstGeom prst="rect">
              <a:avLst/>
            </a:prstGeom>
          </p:spPr>
        </p:pic>
        <p:sp>
          <p:nvSpPr>
            <p:cNvPr id="37" name="Rectangle 36">
              <a:extLst>
                <a:ext uri="{FF2B5EF4-FFF2-40B4-BE49-F238E27FC236}">
                  <a16:creationId xmlns:a16="http://schemas.microsoft.com/office/drawing/2014/main" id="{CDB6750E-735F-4906-8BCA-E0BD4F029617}"/>
                </a:ext>
              </a:extLst>
            </p:cNvPr>
            <p:cNvSpPr/>
            <p:nvPr userDrawn="1"/>
          </p:nvSpPr>
          <p:spPr>
            <a:xfrm>
              <a:off x="10158984" y="6016751"/>
              <a:ext cx="2029968" cy="8412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31156" y="4828032"/>
              <a:ext cx="2029968" cy="2029968"/>
            </a:xfrm>
            <a:prstGeom prst="rect">
              <a:avLst/>
            </a:prstGeom>
          </p:spPr>
        </p:pic>
        <p:grpSp>
          <p:nvGrpSpPr>
            <p:cNvPr id="40" name="Group 39">
              <a:extLst>
                <a:ext uri="{FF2B5EF4-FFF2-40B4-BE49-F238E27FC236}">
                  <a16:creationId xmlns:a16="http://schemas.microsoft.com/office/drawing/2014/main" id="{3A847BA4-24DF-47BE-BE28-02415C2A2D3C}"/>
                </a:ext>
              </a:extLst>
            </p:cNvPr>
            <p:cNvGrpSpPr/>
            <p:nvPr userDrawn="1"/>
          </p:nvGrpSpPr>
          <p:grpSpPr>
            <a:xfrm>
              <a:off x="8227718" y="2092719"/>
              <a:ext cx="1920240" cy="192024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8138160" y="4045868"/>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8138160" y="2029968"/>
              <a:ext cx="1014984" cy="201168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3" name="Straight Connector 62">
              <a:extLst>
                <a:ext uri="{FF2B5EF4-FFF2-40B4-BE49-F238E27FC236}">
                  <a16:creationId xmlns:a16="http://schemas.microsoft.com/office/drawing/2014/main" id="{B31C374B-40F2-4B1E-A9D8-6E5C932FF170}"/>
                </a:ext>
              </a:extLst>
            </p:cNvPr>
            <p:cNvCxnSpPr>
              <a:cxnSpLocks/>
            </p:cNvCxnSpPr>
            <p:nvPr userDrawn="1"/>
          </p:nvCxnSpPr>
          <p:spPr>
            <a:xfrm flipV="1">
              <a:off x="8138160" y="2012062"/>
              <a:ext cx="3044952"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11055096" y="1874902"/>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7" name="Date Placeholder 3">
            <a:extLst>
              <a:ext uri="{FF2B5EF4-FFF2-40B4-BE49-F238E27FC236}">
                <a16:creationId xmlns:a16="http://schemas.microsoft.com/office/drawing/2014/main" id="{56895315-7883-40AA-AB6E-E7F8B77E5BAC}"/>
              </a:ext>
            </a:extLst>
          </p:cNvPr>
          <p:cNvSpPr>
            <a:spLocks noGrp="1"/>
          </p:cNvSpPr>
          <p:nvPr>
            <p:ph type="dt" sz="half" idx="10"/>
          </p:nvPr>
        </p:nvSpPr>
        <p:spPr>
          <a:xfrm>
            <a:off x="761295" y="6355080"/>
            <a:ext cx="1097280" cy="365125"/>
          </a:xfrm>
        </p:spPr>
        <p:txBody>
          <a:bodyPr/>
          <a:lstStyle>
            <a:lvl1pPr>
              <a:defRPr>
                <a:solidFill>
                  <a:schemeClr val="bg1"/>
                </a:solidFill>
              </a:defRPr>
            </a:lvl1pPr>
          </a:lstStyle>
          <a:p>
            <a:r>
              <a:rPr lang="en-US"/>
              <a:t>12/11/2023</a:t>
            </a:r>
            <a:endParaRPr lang="en-US" dirty="0"/>
          </a:p>
        </p:txBody>
      </p:sp>
      <p:sp>
        <p:nvSpPr>
          <p:cNvPr id="68" name="Footer Placeholder 4">
            <a:extLst>
              <a:ext uri="{FF2B5EF4-FFF2-40B4-BE49-F238E27FC236}">
                <a16:creationId xmlns:a16="http://schemas.microsoft.com/office/drawing/2014/main" id="{0000A4E2-8200-4049-B783-2C99FBDBAEBD}"/>
              </a:ext>
            </a:extLst>
          </p:cNvPr>
          <p:cNvSpPr>
            <a:spLocks noGrp="1"/>
          </p:cNvSpPr>
          <p:nvPr>
            <p:ph type="ftr" sz="quarter" idx="11"/>
          </p:nvPr>
        </p:nvSpPr>
        <p:spPr>
          <a:xfrm>
            <a:off x="5499886" y="6355080"/>
            <a:ext cx="2286000" cy="365125"/>
          </a:xfrm>
        </p:spPr>
        <p:txBody>
          <a:bodyPr/>
          <a:lstStyle>
            <a:lvl1pPr>
              <a:defRPr>
                <a:solidFill>
                  <a:schemeClr val="bg1"/>
                </a:solidFill>
              </a:defRPr>
            </a:lvl1pPr>
          </a:lstStyle>
          <a:p>
            <a:r>
              <a:rPr lang="en-US"/>
              <a:t>Presentation title</a:t>
            </a:r>
            <a:endParaRPr lang="en-US" dirty="0"/>
          </a:p>
        </p:txBody>
      </p:sp>
      <p:sp>
        <p:nvSpPr>
          <p:cNvPr id="69" name="Slide Number Placeholder 5">
            <a:extLst>
              <a:ext uri="{FF2B5EF4-FFF2-40B4-BE49-F238E27FC236}">
                <a16:creationId xmlns:a16="http://schemas.microsoft.com/office/drawing/2014/main" id="{179E1CD1-EB8F-4E56-ADD5-06293A7A2EE8}"/>
              </a:ext>
            </a:extLst>
          </p:cNvPr>
          <p:cNvSpPr>
            <a:spLocks noGrp="1"/>
          </p:cNvSpPr>
          <p:nvPr>
            <p:ph type="sldNum" sz="quarter" idx="12"/>
          </p:nvPr>
        </p:nvSpPr>
        <p:spPr>
          <a:xfrm>
            <a:off x="11274091" y="635508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4" name="Content Placeholder 2">
            <a:extLst>
              <a:ext uri="{FF2B5EF4-FFF2-40B4-BE49-F238E27FC236}">
                <a16:creationId xmlns:a16="http://schemas.microsoft.com/office/drawing/2014/main" id="{3BB414F1-8F08-3A3B-45E3-9F44595164A1}"/>
              </a:ext>
            </a:extLst>
          </p:cNvPr>
          <p:cNvSpPr>
            <a:spLocks noGrp="1"/>
          </p:cNvSpPr>
          <p:nvPr>
            <p:ph sz="half" idx="14" hasCustomPrompt="1"/>
          </p:nvPr>
        </p:nvSpPr>
        <p:spPr>
          <a:xfrm>
            <a:off x="762001" y="3058886"/>
            <a:ext cx="6597372" cy="3296194"/>
          </a:xfrm>
        </p:spPr>
        <p:txBody>
          <a:bodyPr>
            <a:normAutofit/>
          </a:bodyPr>
          <a:lstStyle>
            <a:lvl1pPr marL="0" indent="0">
              <a:lnSpc>
                <a:spcPts val="2000"/>
              </a:lnSpc>
              <a:buFont typeface="Arial" panose="020B0604020202020204" pitchFamily="34" charset="0"/>
              <a:buNone/>
              <a:defRPr sz="1800">
                <a:solidFill>
                  <a:schemeClr val="bg1"/>
                </a:solidFill>
              </a:defRPr>
            </a:lvl1pPr>
            <a:lvl2pPr marL="457200">
              <a:lnSpc>
                <a:spcPts val="2000"/>
              </a:lnSpc>
              <a:defRPr sz="1800">
                <a:solidFill>
                  <a:schemeClr val="bg1"/>
                </a:solidFill>
              </a:defRPr>
            </a:lvl2pPr>
            <a:lvl3pPr marL="914400">
              <a:lnSpc>
                <a:spcPts val="2000"/>
              </a:lnSpc>
              <a:defRPr sz="1800">
                <a:solidFill>
                  <a:schemeClr val="bg1"/>
                </a:solidFill>
              </a:defRPr>
            </a:lvl3pPr>
            <a:lvl4pPr marL="1371600">
              <a:lnSpc>
                <a:spcPts val="2000"/>
              </a:lnSpc>
              <a:defRPr sz="1800">
                <a:solidFill>
                  <a:schemeClr val="bg1"/>
                </a:solidFill>
              </a:defRPr>
            </a:lvl4pPr>
            <a:lvl5pPr marL="1828800">
              <a:lnSpc>
                <a:spcPts val="2000"/>
              </a:lnSpc>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80696027"/>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guide id="4" pos="57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title">
    <p:bg>
      <p:bgPr>
        <a:solidFill>
          <a:schemeClr val="accent3"/>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F09F422-89F7-BDA7-7801-F364BA5D95A5}"/>
              </a:ext>
              <a:ext uri="{C183D7F6-B498-43B3-948B-1728B52AA6E4}">
                <adec:decorative xmlns:adec="http://schemas.microsoft.com/office/drawing/2017/decorative" val="1"/>
              </a:ext>
            </a:extLst>
          </p:cNvPr>
          <p:cNvGrpSpPr/>
          <p:nvPr userDrawn="1"/>
        </p:nvGrpSpPr>
        <p:grpSpPr>
          <a:xfrm>
            <a:off x="-3045" y="-4303"/>
            <a:ext cx="7252590" cy="6862680"/>
            <a:chOff x="-3045" y="-4303"/>
            <a:chExt cx="7252590" cy="6862680"/>
          </a:xfrm>
        </p:grpSpPr>
        <p:sp>
          <p:nvSpPr>
            <p:cNvPr id="34" name="Rectangle 33">
              <a:extLst>
                <a:ext uri="{FF2B5EF4-FFF2-40B4-BE49-F238E27FC236}">
                  <a16:creationId xmlns:a16="http://schemas.microsoft.com/office/drawing/2014/main" id="{D629CA98-D89C-4A69-9A55-8D6C17DCDDF0}"/>
                </a:ext>
              </a:extLst>
            </p:cNvPr>
            <p:cNvSpPr/>
            <p:nvPr userDrawn="1"/>
          </p:nvSpPr>
          <p:spPr>
            <a:xfrm>
              <a:off x="-1146" y="4775407"/>
              <a:ext cx="2029968" cy="207752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Graphic 27">
              <a:extLst>
                <a:ext uri="{FF2B5EF4-FFF2-40B4-BE49-F238E27FC236}">
                  <a16:creationId xmlns:a16="http://schemas.microsoft.com/office/drawing/2014/main" id="{12C5F573-21FC-4A6F-B46F-5583E20C994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3045" y="-4303"/>
              <a:ext cx="2029968" cy="2029968"/>
            </a:xfrm>
            <a:prstGeom prst="rect">
              <a:avLst/>
            </a:prstGeom>
          </p:spPr>
        </p:pic>
        <p:sp>
          <p:nvSpPr>
            <p:cNvPr id="39" name="Rectangle 38">
              <a:extLst>
                <a:ext uri="{FF2B5EF4-FFF2-40B4-BE49-F238E27FC236}">
                  <a16:creationId xmlns:a16="http://schemas.microsoft.com/office/drawing/2014/main" id="{EA65556A-38A5-4BA5-9A40-33F02F960B1E}"/>
                </a:ext>
              </a:extLst>
            </p:cNvPr>
            <p:cNvSpPr/>
            <p:nvPr userDrawn="1"/>
          </p:nvSpPr>
          <p:spPr>
            <a:xfrm>
              <a:off x="3757" y="2033993"/>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37900790-71B8-45C8-9B6D-07E23CEA7632}"/>
                </a:ext>
              </a:extLst>
            </p:cNvPr>
            <p:cNvSpPr/>
            <p:nvPr userDrawn="1"/>
          </p:nvSpPr>
          <p:spPr>
            <a:xfrm>
              <a:off x="-218" y="4059798"/>
              <a:ext cx="2029968" cy="75956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28AC969-4FA2-44AD-A273-2A0B7839749F}"/>
                </a:ext>
              </a:extLst>
            </p:cNvPr>
            <p:cNvSpPr/>
            <p:nvPr userDrawn="1"/>
          </p:nvSpPr>
          <p:spPr>
            <a:xfrm>
              <a:off x="4071442" y="4058828"/>
              <a:ext cx="3178103" cy="2799549"/>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Graphic 10">
              <a:extLst>
                <a:ext uri="{FF2B5EF4-FFF2-40B4-BE49-F238E27FC236}">
                  <a16:creationId xmlns:a16="http://schemas.microsoft.com/office/drawing/2014/main" id="{91CB31D0-C621-4EF7-AE25-5C3BCD5882C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038053" y="2029625"/>
              <a:ext cx="2029878" cy="2023760"/>
            </a:xfrm>
            <a:prstGeom prst="rect">
              <a:avLst/>
            </a:prstGeom>
          </p:spPr>
        </p:pic>
        <p:pic>
          <p:nvPicPr>
            <p:cNvPr id="69" name="Graphic 68">
              <a:extLst>
                <a:ext uri="{FF2B5EF4-FFF2-40B4-BE49-F238E27FC236}">
                  <a16:creationId xmlns:a16="http://schemas.microsoft.com/office/drawing/2014/main" id="{B2CC2F02-F98F-4E69-AA01-CCF96A602E1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034034" y="4055808"/>
              <a:ext cx="2029968" cy="2029968"/>
            </a:xfrm>
            <a:prstGeom prst="rect">
              <a:avLst/>
            </a:prstGeom>
          </p:spPr>
        </p:pic>
        <p:sp>
          <p:nvSpPr>
            <p:cNvPr id="8" name="Rectangle 9">
              <a:extLst>
                <a:ext uri="{FF2B5EF4-FFF2-40B4-BE49-F238E27FC236}">
                  <a16:creationId xmlns:a16="http://schemas.microsoft.com/office/drawing/2014/main" id="{FE05B395-CB62-452B-A84F-936AD8EDDA92}"/>
                </a:ext>
              </a:extLst>
            </p:cNvPr>
            <p:cNvSpPr/>
            <p:nvPr userDrawn="1"/>
          </p:nvSpPr>
          <p:spPr>
            <a:xfrm>
              <a:off x="2028568" y="4060579"/>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3" name="Graphic 72">
              <a:extLst>
                <a:ext uri="{FF2B5EF4-FFF2-40B4-BE49-F238E27FC236}">
                  <a16:creationId xmlns:a16="http://schemas.microsoft.com/office/drawing/2014/main" id="{2622C30D-68C5-43FD-997F-CFD4DD72E164}"/>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rot="5400000">
              <a:off x="2043950" y="4059923"/>
              <a:ext cx="2029968" cy="2029968"/>
            </a:xfrm>
            <a:prstGeom prst="rect">
              <a:avLst/>
            </a:prstGeom>
          </p:spPr>
        </p:pic>
        <p:pic>
          <p:nvPicPr>
            <p:cNvPr id="35" name="Picture 34" descr="A black and white striped pattern&#10;&#10;Description automatically generated with low confidence">
              <a:extLst>
                <a:ext uri="{FF2B5EF4-FFF2-40B4-BE49-F238E27FC236}">
                  <a16:creationId xmlns:a16="http://schemas.microsoft.com/office/drawing/2014/main" id="{AC3CDBDC-6EB4-4B7D-A9F6-4CFA748349B5}"/>
                </a:ext>
              </a:extLst>
            </p:cNvPr>
            <p:cNvPicPr>
              <a:picLocks noChangeAspect="1"/>
            </p:cNvPicPr>
            <p:nvPr userDrawn="1"/>
          </p:nvPicPr>
          <p:blipFill>
            <a:blip r:embed="rId10" cstate="screen">
              <a:extLst>
                <a:ext uri="{28A0092B-C50C-407E-A947-70E740481C1C}">
                  <a14:useLocalDpi xmlns:a14="http://schemas.microsoft.com/office/drawing/2010/main" val="0"/>
                </a:ext>
              </a:extLst>
            </a:blip>
            <a:stretch>
              <a:fillRect/>
            </a:stretch>
          </p:blipFill>
          <p:spPr>
            <a:xfrm>
              <a:off x="1406" y="3062893"/>
              <a:ext cx="2019299" cy="999451"/>
            </a:xfrm>
            <a:prstGeom prst="rect">
              <a:avLst/>
            </a:prstGeom>
          </p:spPr>
        </p:pic>
        <p:grpSp>
          <p:nvGrpSpPr>
            <p:cNvPr id="162" name="Group 161">
              <a:extLst>
                <a:ext uri="{FF2B5EF4-FFF2-40B4-BE49-F238E27FC236}">
                  <a16:creationId xmlns:a16="http://schemas.microsoft.com/office/drawing/2014/main" id="{34457344-691C-417A-9C29-5AD8ABC43E5A}"/>
                </a:ext>
              </a:extLst>
            </p:cNvPr>
            <p:cNvGrpSpPr/>
            <p:nvPr userDrawn="1"/>
          </p:nvGrpSpPr>
          <p:grpSpPr>
            <a:xfrm>
              <a:off x="4433" y="4836676"/>
              <a:ext cx="1965960" cy="1965960"/>
              <a:chOff x="5361924" y="7472790"/>
              <a:chExt cx="1828800" cy="1828800"/>
            </a:xfrm>
          </p:grpSpPr>
          <p:grpSp>
            <p:nvGrpSpPr>
              <p:cNvPr id="163" name="Group 162">
                <a:extLst>
                  <a:ext uri="{FF2B5EF4-FFF2-40B4-BE49-F238E27FC236}">
                    <a16:creationId xmlns:a16="http://schemas.microsoft.com/office/drawing/2014/main" id="{68DDC918-5A9B-4D14-98A4-9002D8520FD4}"/>
                  </a:ext>
                </a:extLst>
              </p:cNvPr>
              <p:cNvGrpSpPr/>
              <p:nvPr userDrawn="1"/>
            </p:nvGrpSpPr>
            <p:grpSpPr>
              <a:xfrm>
                <a:off x="5361924" y="7472790"/>
                <a:ext cx="1828800" cy="1828800"/>
                <a:chOff x="5361924" y="7472790"/>
                <a:chExt cx="1828800" cy="1828800"/>
              </a:xfrm>
            </p:grpSpPr>
            <p:grpSp>
              <p:nvGrpSpPr>
                <p:cNvPr id="165" name="Group 164">
                  <a:extLst>
                    <a:ext uri="{FF2B5EF4-FFF2-40B4-BE49-F238E27FC236}">
                      <a16:creationId xmlns:a16="http://schemas.microsoft.com/office/drawing/2014/main" id="{2366D07F-988F-459E-BBD3-15126F92902E}"/>
                    </a:ext>
                  </a:extLst>
                </p:cNvPr>
                <p:cNvGrpSpPr/>
                <p:nvPr userDrawn="1"/>
              </p:nvGrpSpPr>
              <p:grpSpPr>
                <a:xfrm>
                  <a:off x="5361924" y="7472790"/>
                  <a:ext cx="1828800" cy="1828800"/>
                  <a:chOff x="5388428" y="7173291"/>
                  <a:chExt cx="1828800" cy="1828800"/>
                </a:xfrm>
              </p:grpSpPr>
              <p:grpSp>
                <p:nvGrpSpPr>
                  <p:cNvPr id="173" name="Group 172">
                    <a:extLst>
                      <a:ext uri="{FF2B5EF4-FFF2-40B4-BE49-F238E27FC236}">
                        <a16:creationId xmlns:a16="http://schemas.microsoft.com/office/drawing/2014/main" id="{6CCACE8C-699F-4B10-BA84-94167BA05CC5}"/>
                      </a:ext>
                    </a:extLst>
                  </p:cNvPr>
                  <p:cNvGrpSpPr/>
                  <p:nvPr userDrawn="1"/>
                </p:nvGrpSpPr>
                <p:grpSpPr>
                  <a:xfrm>
                    <a:off x="5388428" y="7173291"/>
                    <a:ext cx="1828800" cy="1828800"/>
                    <a:chOff x="5388428" y="7173291"/>
                    <a:chExt cx="1828800" cy="1828800"/>
                  </a:xfrm>
                </p:grpSpPr>
                <p:grpSp>
                  <p:nvGrpSpPr>
                    <p:cNvPr id="176" name="Group 175">
                      <a:extLst>
                        <a:ext uri="{FF2B5EF4-FFF2-40B4-BE49-F238E27FC236}">
                          <a16:creationId xmlns:a16="http://schemas.microsoft.com/office/drawing/2014/main" id="{59F49E32-0B71-4676-8012-BA971DA2100F}"/>
                        </a:ext>
                      </a:extLst>
                    </p:cNvPr>
                    <p:cNvGrpSpPr/>
                    <p:nvPr userDrawn="1"/>
                  </p:nvGrpSpPr>
                  <p:grpSpPr>
                    <a:xfrm>
                      <a:off x="5388428" y="7173291"/>
                      <a:ext cx="1828800" cy="1828800"/>
                      <a:chOff x="5579044" y="7049770"/>
                      <a:chExt cx="1828800" cy="1828800"/>
                    </a:xfrm>
                  </p:grpSpPr>
                  <p:grpSp>
                    <p:nvGrpSpPr>
                      <p:cNvPr id="178" name="Group 177">
                        <a:extLst>
                          <a:ext uri="{FF2B5EF4-FFF2-40B4-BE49-F238E27FC236}">
                            <a16:creationId xmlns:a16="http://schemas.microsoft.com/office/drawing/2014/main" id="{DF41FA5A-1504-4DC4-B514-00C377423E7C}"/>
                          </a:ext>
                        </a:extLst>
                      </p:cNvPr>
                      <p:cNvGrpSpPr/>
                      <p:nvPr userDrawn="1"/>
                    </p:nvGrpSpPr>
                    <p:grpSpPr>
                      <a:xfrm>
                        <a:off x="5579044" y="7049770"/>
                        <a:ext cx="1828800" cy="1828800"/>
                        <a:chOff x="5579044" y="7049770"/>
                        <a:chExt cx="1828800" cy="1828800"/>
                      </a:xfrm>
                    </p:grpSpPr>
                    <p:grpSp>
                      <p:nvGrpSpPr>
                        <p:cNvPr id="180" name="Group 179">
                          <a:extLst>
                            <a:ext uri="{FF2B5EF4-FFF2-40B4-BE49-F238E27FC236}">
                              <a16:creationId xmlns:a16="http://schemas.microsoft.com/office/drawing/2014/main" id="{68B4610A-A91F-459F-A9C5-9FC624665516}"/>
                            </a:ext>
                          </a:extLst>
                        </p:cNvPr>
                        <p:cNvGrpSpPr/>
                        <p:nvPr userDrawn="1"/>
                      </p:nvGrpSpPr>
                      <p:grpSpPr>
                        <a:xfrm>
                          <a:off x="5579044" y="7049770"/>
                          <a:ext cx="1828800" cy="1828800"/>
                          <a:chOff x="5579044" y="7049770"/>
                          <a:chExt cx="1828800" cy="1828800"/>
                        </a:xfrm>
                      </p:grpSpPr>
                      <p:grpSp>
                        <p:nvGrpSpPr>
                          <p:cNvPr id="182" name="Group 181">
                            <a:extLst>
                              <a:ext uri="{FF2B5EF4-FFF2-40B4-BE49-F238E27FC236}">
                                <a16:creationId xmlns:a16="http://schemas.microsoft.com/office/drawing/2014/main" id="{D794F6E3-A9E3-42A9-93AA-7B9E20AD922D}"/>
                              </a:ext>
                            </a:extLst>
                          </p:cNvPr>
                          <p:cNvGrpSpPr/>
                          <p:nvPr userDrawn="1"/>
                        </p:nvGrpSpPr>
                        <p:grpSpPr>
                          <a:xfrm>
                            <a:off x="5579044" y="7049770"/>
                            <a:ext cx="1828800" cy="1828800"/>
                            <a:chOff x="5579044" y="7049770"/>
                            <a:chExt cx="1828800" cy="1828800"/>
                          </a:xfrm>
                        </p:grpSpPr>
                        <p:sp>
                          <p:nvSpPr>
                            <p:cNvPr id="184" name="Oval 183">
                              <a:extLst>
                                <a:ext uri="{FF2B5EF4-FFF2-40B4-BE49-F238E27FC236}">
                                  <a16:creationId xmlns:a16="http://schemas.microsoft.com/office/drawing/2014/main" id="{90B634B0-4792-4A28-B92A-ACA35F177675}"/>
                                </a:ext>
                              </a:extLst>
                            </p:cNvPr>
                            <p:cNvSpPr/>
                            <p:nvPr userDrawn="1"/>
                          </p:nvSpPr>
                          <p:spPr>
                            <a:xfrm>
                              <a:off x="5579044" y="7049770"/>
                              <a:ext cx="1828800" cy="18288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85" name="Oval 184">
                              <a:extLst>
                                <a:ext uri="{FF2B5EF4-FFF2-40B4-BE49-F238E27FC236}">
                                  <a16:creationId xmlns:a16="http://schemas.microsoft.com/office/drawing/2014/main" id="{1B466310-2C61-42F1-81EB-2B5BF01B2267}"/>
                                </a:ext>
                              </a:extLst>
                            </p:cNvPr>
                            <p:cNvSpPr/>
                            <p:nvPr userDrawn="1"/>
                          </p:nvSpPr>
                          <p:spPr>
                            <a:xfrm>
                              <a:off x="5647624" y="7118350"/>
                              <a:ext cx="1691640" cy="16916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3" name="Oval 182">
                            <a:extLst>
                              <a:ext uri="{FF2B5EF4-FFF2-40B4-BE49-F238E27FC236}">
                                <a16:creationId xmlns:a16="http://schemas.microsoft.com/office/drawing/2014/main" id="{53A72A9A-79AE-4A89-8938-7A85E2248DE6}"/>
                              </a:ext>
                            </a:extLst>
                          </p:cNvPr>
                          <p:cNvSpPr/>
                          <p:nvPr userDrawn="1"/>
                        </p:nvSpPr>
                        <p:spPr>
                          <a:xfrm>
                            <a:off x="5716204" y="7186930"/>
                            <a:ext cx="1554480" cy="15544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1" name="Oval 180">
                          <a:extLst>
                            <a:ext uri="{FF2B5EF4-FFF2-40B4-BE49-F238E27FC236}">
                              <a16:creationId xmlns:a16="http://schemas.microsoft.com/office/drawing/2014/main" id="{02618DCD-5B83-4412-9D1A-968C246DCAC1}"/>
                            </a:ext>
                          </a:extLst>
                        </p:cNvPr>
                        <p:cNvSpPr/>
                        <p:nvPr userDrawn="1"/>
                      </p:nvSpPr>
                      <p:spPr>
                        <a:xfrm>
                          <a:off x="5784784" y="7255510"/>
                          <a:ext cx="1417320" cy="14173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9" name="Oval 178">
                        <a:extLst>
                          <a:ext uri="{FF2B5EF4-FFF2-40B4-BE49-F238E27FC236}">
                            <a16:creationId xmlns:a16="http://schemas.microsoft.com/office/drawing/2014/main" id="{29B173F9-A6EA-4B31-B4C6-3C8DE08F2F11}"/>
                          </a:ext>
                        </a:extLst>
                      </p:cNvPr>
                      <p:cNvSpPr/>
                      <p:nvPr userDrawn="1"/>
                    </p:nvSpPr>
                    <p:spPr>
                      <a:xfrm>
                        <a:off x="5853364" y="7324090"/>
                        <a:ext cx="1280160" cy="12801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7" name="Oval 176">
                      <a:extLst>
                        <a:ext uri="{FF2B5EF4-FFF2-40B4-BE49-F238E27FC236}">
                          <a16:creationId xmlns:a16="http://schemas.microsoft.com/office/drawing/2014/main" id="{466DB0E2-4B80-4A09-8BCA-9432E1E1DAE3}"/>
                        </a:ext>
                      </a:extLst>
                    </p:cNvPr>
                    <p:cNvSpPr/>
                    <p:nvPr userDrawn="1"/>
                  </p:nvSpPr>
                  <p:spPr>
                    <a:xfrm>
                      <a:off x="5731328" y="7516191"/>
                      <a:ext cx="1143000" cy="11430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4" name="Oval 173">
                    <a:extLst>
                      <a:ext uri="{FF2B5EF4-FFF2-40B4-BE49-F238E27FC236}">
                        <a16:creationId xmlns:a16="http://schemas.microsoft.com/office/drawing/2014/main" id="{20D2F087-D77F-4913-922E-014FB9DEE63E}"/>
                      </a:ext>
                    </a:extLst>
                  </p:cNvPr>
                  <p:cNvSpPr/>
                  <p:nvPr userDrawn="1"/>
                </p:nvSpPr>
                <p:spPr>
                  <a:xfrm>
                    <a:off x="5799908" y="7584771"/>
                    <a:ext cx="1005840" cy="10058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6" name="Oval 165">
                  <a:extLst>
                    <a:ext uri="{FF2B5EF4-FFF2-40B4-BE49-F238E27FC236}">
                      <a16:creationId xmlns:a16="http://schemas.microsoft.com/office/drawing/2014/main" id="{DD44EC19-A244-4489-9CB8-0361CFBFD02F}"/>
                    </a:ext>
                  </a:extLst>
                </p:cNvPr>
                <p:cNvSpPr/>
                <p:nvPr userDrawn="1"/>
              </p:nvSpPr>
              <p:spPr>
                <a:xfrm>
                  <a:off x="5841984" y="7952850"/>
                  <a:ext cx="868680" cy="8686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7" name="Oval 166">
                  <a:extLst>
                    <a:ext uri="{FF2B5EF4-FFF2-40B4-BE49-F238E27FC236}">
                      <a16:creationId xmlns:a16="http://schemas.microsoft.com/office/drawing/2014/main" id="{C5C029E7-6D6D-4D14-8D8E-E407011AF097}"/>
                    </a:ext>
                  </a:extLst>
                </p:cNvPr>
                <p:cNvSpPr/>
                <p:nvPr userDrawn="1"/>
              </p:nvSpPr>
              <p:spPr>
                <a:xfrm>
                  <a:off x="5910564" y="8021430"/>
                  <a:ext cx="731520" cy="7315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9" name="Oval 168">
                  <a:extLst>
                    <a:ext uri="{FF2B5EF4-FFF2-40B4-BE49-F238E27FC236}">
                      <a16:creationId xmlns:a16="http://schemas.microsoft.com/office/drawing/2014/main" id="{4A74D8A7-ACD3-40A3-918D-46DF99BF9F3E}"/>
                    </a:ext>
                  </a:extLst>
                </p:cNvPr>
                <p:cNvSpPr/>
                <p:nvPr userDrawn="1"/>
              </p:nvSpPr>
              <p:spPr>
                <a:xfrm>
                  <a:off x="5979144" y="8090010"/>
                  <a:ext cx="594360" cy="5943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1" name="Oval 170">
                  <a:extLst>
                    <a:ext uri="{FF2B5EF4-FFF2-40B4-BE49-F238E27FC236}">
                      <a16:creationId xmlns:a16="http://schemas.microsoft.com/office/drawing/2014/main" id="{9C994ED9-5124-452B-986B-4782056BCFB3}"/>
                    </a:ext>
                  </a:extLst>
                </p:cNvPr>
                <p:cNvSpPr/>
                <p:nvPr userDrawn="1"/>
              </p:nvSpPr>
              <p:spPr>
                <a:xfrm>
                  <a:off x="6047724" y="8158590"/>
                  <a:ext cx="457200" cy="4572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2" name="Oval 171">
                  <a:extLst>
                    <a:ext uri="{FF2B5EF4-FFF2-40B4-BE49-F238E27FC236}">
                      <a16:creationId xmlns:a16="http://schemas.microsoft.com/office/drawing/2014/main" id="{8ADCBFB4-9F0A-40FB-A585-2728254E0A7C}"/>
                    </a:ext>
                  </a:extLst>
                </p:cNvPr>
                <p:cNvSpPr/>
                <p:nvPr userDrawn="1"/>
              </p:nvSpPr>
              <p:spPr>
                <a:xfrm>
                  <a:off x="6116304" y="8227170"/>
                  <a:ext cx="320040" cy="3200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4" name="Oval 163">
                <a:extLst>
                  <a:ext uri="{FF2B5EF4-FFF2-40B4-BE49-F238E27FC236}">
                    <a16:creationId xmlns:a16="http://schemas.microsoft.com/office/drawing/2014/main" id="{42E049E2-81A6-45F8-BA9F-DEA21400B1AD}"/>
                  </a:ext>
                </a:extLst>
              </p:cNvPr>
              <p:cNvSpPr/>
              <p:nvPr userDrawn="1"/>
            </p:nvSpPr>
            <p:spPr>
              <a:xfrm>
                <a:off x="6184884" y="8295750"/>
                <a:ext cx="182880" cy="1828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7" name="Freeform: Shape 66">
              <a:extLst>
                <a:ext uri="{FF2B5EF4-FFF2-40B4-BE49-F238E27FC236}">
                  <a16:creationId xmlns:a16="http://schemas.microsoft.com/office/drawing/2014/main" id="{75F20D6C-6085-4D3F-9186-6895908C97B9}"/>
                </a:ext>
              </a:extLst>
            </p:cNvPr>
            <p:cNvSpPr/>
            <p:nvPr userDrawn="1"/>
          </p:nvSpPr>
          <p:spPr>
            <a:xfrm rot="16200000">
              <a:off x="506891" y="5335524"/>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1" name="Rectangle 70">
              <a:extLst>
                <a:ext uri="{FF2B5EF4-FFF2-40B4-BE49-F238E27FC236}">
                  <a16:creationId xmlns:a16="http://schemas.microsoft.com/office/drawing/2014/main" id="{BC56BE23-DE49-4D55-A6A0-DFE2A870120D}"/>
                </a:ext>
              </a:extLst>
            </p:cNvPr>
            <p:cNvSpPr/>
            <p:nvPr userDrawn="1"/>
          </p:nvSpPr>
          <p:spPr>
            <a:xfrm>
              <a:off x="2028658" y="6089528"/>
              <a:ext cx="2049251" cy="768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Oval 74">
              <a:extLst>
                <a:ext uri="{FF2B5EF4-FFF2-40B4-BE49-F238E27FC236}">
                  <a16:creationId xmlns:a16="http://schemas.microsoft.com/office/drawing/2014/main" id="{BCF3BD55-FF25-4CA9-8016-81AEB8AA43E8}"/>
                </a:ext>
              </a:extLst>
            </p:cNvPr>
            <p:cNvSpPr/>
            <p:nvPr userDrawn="1"/>
          </p:nvSpPr>
          <p:spPr>
            <a:xfrm>
              <a:off x="3838078" y="1859479"/>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7" name="Straight Connector 76">
              <a:extLst>
                <a:ext uri="{FF2B5EF4-FFF2-40B4-BE49-F238E27FC236}">
                  <a16:creationId xmlns:a16="http://schemas.microsoft.com/office/drawing/2014/main" id="{DE09EA6C-7AC2-47BE-95B8-4D3412867BA5}"/>
                </a:ext>
              </a:extLst>
            </p:cNvPr>
            <p:cNvCxnSpPr>
              <a:cxnSpLocks/>
            </p:cNvCxnSpPr>
            <p:nvPr userDrawn="1"/>
          </p:nvCxnSpPr>
          <p:spPr>
            <a:xfrm flipV="1">
              <a:off x="0" y="1990665"/>
              <a:ext cx="4023360" cy="33894"/>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974771" y="576943"/>
            <a:ext cx="6449786" cy="2785508"/>
          </a:xfrm>
        </p:spPr>
        <p:txBody>
          <a:bodyPr anchor="b">
            <a:normAutofit/>
          </a:bodyPr>
          <a:lstStyle>
            <a:lvl1pPr algn="l">
              <a:defRPr sz="48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EB00591F-8CE8-B626-C81A-6C960B2BAECA}"/>
              </a:ext>
            </a:extLst>
          </p:cNvPr>
          <p:cNvSpPr>
            <a:spLocks noGrp="1"/>
          </p:cNvSpPr>
          <p:nvPr>
            <p:ph type="subTitle" idx="1" hasCustomPrompt="1"/>
          </p:nvPr>
        </p:nvSpPr>
        <p:spPr>
          <a:xfrm>
            <a:off x="4974772" y="3373686"/>
            <a:ext cx="6449785" cy="1029586"/>
          </a:xfrm>
        </p:spPr>
        <p:txBody>
          <a:bodyPr>
            <a:normAutofit/>
          </a:bodyPr>
          <a:lstStyle>
            <a:lvl1pPr marL="0" indent="0" algn="l">
              <a:lnSpc>
                <a:spcPct val="150000"/>
              </a:lnSpc>
              <a:spcBef>
                <a:spcPts val="0"/>
              </a:spcBef>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92" name="Date Placeholder 3">
            <a:extLst>
              <a:ext uri="{FF2B5EF4-FFF2-40B4-BE49-F238E27FC236}">
                <a16:creationId xmlns:a16="http://schemas.microsoft.com/office/drawing/2014/main" id="{2837477B-3D20-4982-86AF-91100FE408D3}"/>
              </a:ext>
            </a:extLst>
          </p:cNvPr>
          <p:cNvSpPr>
            <a:spLocks noGrp="1"/>
          </p:cNvSpPr>
          <p:nvPr>
            <p:ph type="dt" sz="half" idx="10"/>
          </p:nvPr>
        </p:nvSpPr>
        <p:spPr>
          <a:xfrm>
            <a:off x="7519821" y="6353175"/>
            <a:ext cx="1097280" cy="365125"/>
          </a:xfrm>
        </p:spPr>
        <p:txBody>
          <a:bodyPr/>
          <a:lstStyle>
            <a:lvl1pPr>
              <a:defRPr>
                <a:solidFill>
                  <a:schemeClr val="bg1"/>
                </a:solidFill>
              </a:defRPr>
            </a:lvl1pPr>
          </a:lstStyle>
          <a:p>
            <a:r>
              <a:rPr lang="en-US"/>
              <a:t>12/11/2023</a:t>
            </a:r>
            <a:endParaRPr lang="en-US" dirty="0"/>
          </a:p>
        </p:txBody>
      </p:sp>
      <p:sp>
        <p:nvSpPr>
          <p:cNvPr id="193" name="Footer Placeholder 4">
            <a:extLst>
              <a:ext uri="{FF2B5EF4-FFF2-40B4-BE49-F238E27FC236}">
                <a16:creationId xmlns:a16="http://schemas.microsoft.com/office/drawing/2014/main" id="{B6E38A1E-AF37-4A09-9B69-65397A079362}"/>
              </a:ext>
            </a:extLst>
          </p:cNvPr>
          <p:cNvSpPr>
            <a:spLocks noGrp="1"/>
          </p:cNvSpPr>
          <p:nvPr>
            <p:ph type="ftr" sz="quarter" idx="11"/>
          </p:nvPr>
        </p:nvSpPr>
        <p:spPr>
          <a:xfrm>
            <a:off x="8727198" y="6350000"/>
            <a:ext cx="2286000" cy="365125"/>
          </a:xfrm>
        </p:spPr>
        <p:txBody>
          <a:bodyPr/>
          <a:lstStyle>
            <a:lvl1pPr>
              <a:defRPr>
                <a:solidFill>
                  <a:schemeClr val="bg1"/>
                </a:solidFill>
              </a:defRPr>
            </a:lvl1pPr>
          </a:lstStyle>
          <a:p>
            <a:r>
              <a:rPr lang="en-US"/>
              <a:t>Presentation title</a:t>
            </a:r>
            <a:endParaRPr lang="en-US" dirty="0"/>
          </a:p>
        </p:txBody>
      </p:sp>
      <p:sp>
        <p:nvSpPr>
          <p:cNvPr id="194" name="Slide Number Placeholder 5">
            <a:extLst>
              <a:ext uri="{FF2B5EF4-FFF2-40B4-BE49-F238E27FC236}">
                <a16:creationId xmlns:a16="http://schemas.microsoft.com/office/drawing/2014/main" id="{FB77B535-C760-4E32-8A7E-BF9AD08BBC39}"/>
              </a:ext>
            </a:extLst>
          </p:cNvPr>
          <p:cNvSpPr>
            <a:spLocks noGrp="1"/>
          </p:cNvSpPr>
          <p:nvPr>
            <p:ph type="sldNum" sz="quarter" idx="12"/>
          </p:nvPr>
        </p:nvSpPr>
        <p:spPr>
          <a:xfrm>
            <a:off x="11123295" y="6352847"/>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64770521"/>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5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771736" y="896112"/>
            <a:ext cx="9389288" cy="1362456"/>
          </a:xfrm>
        </p:spPr>
        <p:txBody>
          <a:bodyPr anchor="t" anchorCtr="0"/>
          <a:lstStyle>
            <a:lvl1pPr>
              <a:defRPr cap="all" baseline="0">
                <a:solidFill>
                  <a:schemeClr val="accent1"/>
                </a:solidFill>
              </a:defRPr>
            </a:lvl1pPr>
          </a:lstStyle>
          <a:p>
            <a:r>
              <a:rPr lang="en-US" dirty="0"/>
              <a:t>CLICK TO ADD TITLE</a:t>
            </a:r>
          </a:p>
        </p:txBody>
      </p:sp>
      <p:grpSp>
        <p:nvGrpSpPr>
          <p:cNvPr id="5" name="Group 4">
            <a:extLst>
              <a:ext uri="{FF2B5EF4-FFF2-40B4-BE49-F238E27FC236}">
                <a16:creationId xmlns:a16="http://schemas.microsoft.com/office/drawing/2014/main" id="{E88DF45F-9FEA-47BE-AC15-52BE148E1814}"/>
              </a:ext>
              <a:ext uri="{C183D7F6-B498-43B3-948B-1728B52AA6E4}">
                <adec:decorative xmlns:adec="http://schemas.microsoft.com/office/drawing/2017/decorative" val="1"/>
              </a:ext>
            </a:extLst>
          </p:cNvPr>
          <p:cNvGrpSpPr/>
          <p:nvPr userDrawn="1"/>
        </p:nvGrpSpPr>
        <p:grpSpPr>
          <a:xfrm>
            <a:off x="11239499" y="0"/>
            <a:ext cx="1015984" cy="6858000"/>
            <a:chOff x="11239499" y="0"/>
            <a:chExt cx="1015984" cy="6858000"/>
          </a:xfrm>
        </p:grpSpPr>
        <p:sp>
          <p:nvSpPr>
            <p:cNvPr id="8" name="Rectangle 7">
              <a:extLst>
                <a:ext uri="{FF2B5EF4-FFF2-40B4-BE49-F238E27FC236}">
                  <a16:creationId xmlns:a16="http://schemas.microsoft.com/office/drawing/2014/main" id="{9C51E8B0-FB58-4BB5-9CDA-4A1B4DBC5E90}"/>
                </a:ext>
              </a:extLst>
            </p:cNvPr>
            <p:cNvSpPr/>
            <p:nvPr userDrawn="1"/>
          </p:nvSpPr>
          <p:spPr>
            <a:xfrm>
              <a:off x="11240499" y="4828032"/>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3548A0B2-480B-4F04-B7B5-67A328B174D1}"/>
                </a:ext>
              </a:extLst>
            </p:cNvPr>
            <p:cNvSpPr/>
            <p:nvPr userDrawn="1"/>
          </p:nvSpPr>
          <p:spPr>
            <a:xfrm>
              <a:off x="11240499"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0A19E0-B2DF-4E35-AD7A-80B5C429C6C1}"/>
                </a:ext>
              </a:extLst>
            </p:cNvPr>
            <p:cNvSpPr/>
            <p:nvPr userDrawn="1"/>
          </p:nvSpPr>
          <p:spPr>
            <a:xfrm>
              <a:off x="11240499"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descr="A black and white striped pattern&#10;&#10;Description automatically generated with low confidence">
              <a:extLst>
                <a:ext uri="{FF2B5EF4-FFF2-40B4-BE49-F238E27FC236}">
                  <a16:creationId xmlns:a16="http://schemas.microsoft.com/office/drawing/2014/main" id="{9C1C8F39-77F2-4753-A57A-2FD46715F2A6}"/>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77681" y="552957"/>
              <a:ext cx="1828800" cy="905164"/>
            </a:xfrm>
            <a:prstGeom prst="rect">
              <a:avLst/>
            </a:prstGeom>
          </p:spPr>
        </p:pic>
        <p:sp>
          <p:nvSpPr>
            <p:cNvPr id="14" name="Rectangle 13">
              <a:extLst>
                <a:ext uri="{FF2B5EF4-FFF2-40B4-BE49-F238E27FC236}">
                  <a16:creationId xmlns:a16="http://schemas.microsoft.com/office/drawing/2014/main" id="{0A6AF7B2-2B49-4313-AA4E-3FD77CF46A04}"/>
                </a:ext>
              </a:extLst>
            </p:cNvPr>
            <p:cNvSpPr/>
            <p:nvPr userDrawn="1"/>
          </p:nvSpPr>
          <p:spPr>
            <a:xfrm>
              <a:off x="11240499"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Graphic 25">
              <a:extLst>
                <a:ext uri="{FF2B5EF4-FFF2-40B4-BE49-F238E27FC236}">
                  <a16:creationId xmlns:a16="http://schemas.microsoft.com/office/drawing/2014/main" id="{E9AA5A01-9E59-4C92-9634-32DB51F9182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6200000">
              <a:off x="10880040" y="5394960"/>
              <a:ext cx="1828800" cy="914400"/>
            </a:xfrm>
            <a:prstGeom prst="rect">
              <a:avLst/>
            </a:prstGeom>
          </p:spPr>
        </p:pic>
        <p:sp>
          <p:nvSpPr>
            <p:cNvPr id="16" name="Freeform: Shape 15">
              <a:extLst>
                <a:ext uri="{FF2B5EF4-FFF2-40B4-BE49-F238E27FC236}">
                  <a16:creationId xmlns:a16="http://schemas.microsoft.com/office/drawing/2014/main" id="{1D3A8643-F793-41FD-AA08-DC814719C40C}"/>
                </a:ext>
              </a:extLst>
            </p:cNvPr>
            <p:cNvSpPr/>
            <p:nvPr userDrawn="1"/>
          </p:nvSpPr>
          <p:spPr>
            <a:xfrm>
              <a:off x="11250235" y="4949368"/>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31" name="Graphic 30">
              <a:extLst>
                <a:ext uri="{FF2B5EF4-FFF2-40B4-BE49-F238E27FC236}">
                  <a16:creationId xmlns:a16="http://schemas.microsoft.com/office/drawing/2014/main" id="{F50D01F0-AD27-490F-8044-37B2D9E2332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5400000">
              <a:off x="10793035" y="3391083"/>
              <a:ext cx="1828800" cy="914400"/>
            </a:xfrm>
            <a:prstGeom prst="rect">
              <a:avLst/>
            </a:prstGeom>
          </p:spPr>
        </p:pic>
      </p:grpSp>
      <p:sp>
        <p:nvSpPr>
          <p:cNvPr id="32" name="Date Placeholder 3">
            <a:extLst>
              <a:ext uri="{FF2B5EF4-FFF2-40B4-BE49-F238E27FC236}">
                <a16:creationId xmlns:a16="http://schemas.microsoft.com/office/drawing/2014/main" id="{417A4AF6-C906-4001-BDD2-33E116318583}"/>
              </a:ext>
            </a:extLst>
          </p:cNvPr>
          <p:cNvSpPr>
            <a:spLocks noGrp="1"/>
          </p:cNvSpPr>
          <p:nvPr>
            <p:ph type="dt" sz="half" idx="10"/>
          </p:nvPr>
        </p:nvSpPr>
        <p:spPr>
          <a:xfrm>
            <a:off x="771735" y="6353175"/>
            <a:ext cx="1097280" cy="365125"/>
          </a:xfrm>
        </p:spPr>
        <p:txBody>
          <a:bodyPr/>
          <a:lstStyle>
            <a:lvl1pPr>
              <a:defRPr>
                <a:solidFill>
                  <a:schemeClr val="tx1">
                    <a:lumMod val="75000"/>
                    <a:lumOff val="25000"/>
                  </a:schemeClr>
                </a:solidFill>
              </a:defRPr>
            </a:lvl1pPr>
          </a:lstStyle>
          <a:p>
            <a:r>
              <a:rPr lang="en-US"/>
              <a:t>12/11/2023</a:t>
            </a:r>
            <a:endParaRPr lang="en-US" dirty="0"/>
          </a:p>
        </p:txBody>
      </p:sp>
      <p:sp>
        <p:nvSpPr>
          <p:cNvPr id="33" name="Footer Placeholder 4">
            <a:extLst>
              <a:ext uri="{FF2B5EF4-FFF2-40B4-BE49-F238E27FC236}">
                <a16:creationId xmlns:a16="http://schemas.microsoft.com/office/drawing/2014/main" id="{5D94E674-98A0-4C77-80E5-084E3946B242}"/>
              </a:ext>
            </a:extLst>
          </p:cNvPr>
          <p:cNvSpPr>
            <a:spLocks noGrp="1"/>
          </p:cNvSpPr>
          <p:nvPr>
            <p:ph type="ftr" sz="quarter" idx="11"/>
          </p:nvPr>
        </p:nvSpPr>
        <p:spPr>
          <a:xfrm>
            <a:off x="5424487" y="6350000"/>
            <a:ext cx="2286000" cy="365125"/>
          </a:xfrm>
        </p:spPr>
        <p:txBody>
          <a:bodyPr/>
          <a:lstStyle>
            <a:lvl1pPr>
              <a:defRPr>
                <a:solidFill>
                  <a:schemeClr val="tx1">
                    <a:lumMod val="75000"/>
                    <a:lumOff val="25000"/>
                  </a:schemeClr>
                </a:solidFill>
              </a:defRPr>
            </a:lvl1pPr>
          </a:lstStyle>
          <a:p>
            <a:r>
              <a:rPr lang="en-US"/>
              <a:t>Presentation title</a:t>
            </a:r>
            <a:endParaRPr lang="en-US" dirty="0"/>
          </a:p>
        </p:txBody>
      </p:sp>
      <p:sp>
        <p:nvSpPr>
          <p:cNvPr id="34" name="Slide Number Placeholder 5">
            <a:extLst>
              <a:ext uri="{FF2B5EF4-FFF2-40B4-BE49-F238E27FC236}">
                <a16:creationId xmlns:a16="http://schemas.microsoft.com/office/drawing/2014/main" id="{36214990-C58C-4D62-9381-40A242460690}"/>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6" name="Content Placeholder 2">
            <a:extLst>
              <a:ext uri="{FF2B5EF4-FFF2-40B4-BE49-F238E27FC236}">
                <a16:creationId xmlns:a16="http://schemas.microsoft.com/office/drawing/2014/main" id="{B135D7B7-20E9-ADCF-4417-B443AF3112FC}"/>
              </a:ext>
            </a:extLst>
          </p:cNvPr>
          <p:cNvSpPr>
            <a:spLocks noGrp="1"/>
          </p:cNvSpPr>
          <p:nvPr>
            <p:ph sz="half" idx="14" hasCustomPrompt="1"/>
          </p:nvPr>
        </p:nvSpPr>
        <p:spPr>
          <a:xfrm>
            <a:off x="771734" y="2590800"/>
            <a:ext cx="4515035" cy="3505200"/>
          </a:xfrm>
        </p:spPr>
        <p:txBody>
          <a:bodyPr>
            <a:normAutofit/>
          </a:bodyPr>
          <a:lstStyle>
            <a:lvl1pPr marL="0" indent="0">
              <a:lnSpc>
                <a:spcPts val="2000"/>
              </a:lnSpc>
              <a:buFont typeface="Arial" panose="020B0604020202020204" pitchFamily="34" charset="0"/>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5D4468C5-0B68-8408-80C5-F8681CA98918}"/>
              </a:ext>
            </a:extLst>
          </p:cNvPr>
          <p:cNvSpPr>
            <a:spLocks noGrp="1"/>
          </p:cNvSpPr>
          <p:nvPr>
            <p:ph sz="half" idx="15" hasCustomPrompt="1"/>
          </p:nvPr>
        </p:nvSpPr>
        <p:spPr>
          <a:xfrm>
            <a:off x="5645989" y="2590800"/>
            <a:ext cx="4515035" cy="3505200"/>
          </a:xfrm>
        </p:spPr>
        <p:txBody>
          <a:bodyPr>
            <a:normAutofit/>
          </a:bodyPr>
          <a:lstStyle>
            <a:lvl1pPr marL="0" indent="0">
              <a:lnSpc>
                <a:spcPts val="2000"/>
              </a:lnSpc>
              <a:buFont typeface="Arial" panose="020B0604020202020204" pitchFamily="34" charset="0"/>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88813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accent6">
            <a:lumMod val="60000"/>
            <a:lumOff val="40000"/>
          </a:schemeClr>
        </a:solidFill>
        <a:effectLst/>
      </p:bgPr>
    </p:bg>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E1BC9BFE-80C0-4DA9-92DB-070C41E412B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8097646">
            <a:off x="403102" y="-983359"/>
            <a:ext cx="2029968" cy="2029968"/>
          </a:xfrm>
          <a:prstGeom prst="rect">
            <a:avLst/>
          </a:prstGeom>
        </p:spPr>
      </p:pic>
      <p:sp>
        <p:nvSpPr>
          <p:cNvPr id="8" name="Rectangle 23">
            <a:extLst>
              <a:ext uri="{FF2B5EF4-FFF2-40B4-BE49-F238E27FC236}">
                <a16:creationId xmlns:a16="http://schemas.microsoft.com/office/drawing/2014/main" id="{F5ED01E4-35BF-4165-86B2-E3BDFD91DEE3}"/>
              </a:ext>
              <a:ext uri="{C183D7F6-B498-43B3-948B-1728B52AA6E4}">
                <adec:decorative xmlns:adec="http://schemas.microsoft.com/office/drawing/2017/decorative" val="1"/>
              </a:ext>
            </a:extLst>
          </p:cNvPr>
          <p:cNvSpPr/>
          <p:nvPr userDrawn="1"/>
        </p:nvSpPr>
        <p:spPr>
          <a:xfrm rot="13508190">
            <a:off x="-1025089"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B7E6DD28-C71B-4484-973A-D12A2773000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8902533">
            <a:off x="407892" y="1900474"/>
            <a:ext cx="2029968" cy="2029968"/>
          </a:xfrm>
          <a:prstGeom prst="rect">
            <a:avLst/>
          </a:prstGeom>
        </p:spPr>
      </p:pic>
      <p:sp>
        <p:nvSpPr>
          <p:cNvPr id="11" name="Rectangle 23">
            <a:extLst>
              <a:ext uri="{FF2B5EF4-FFF2-40B4-BE49-F238E27FC236}">
                <a16:creationId xmlns:a16="http://schemas.microsoft.com/office/drawing/2014/main" id="{AB403917-256D-4254-A12F-F8BD19470C42}"/>
              </a:ext>
              <a:ext uri="{C183D7F6-B498-43B3-948B-1728B52AA6E4}">
                <adec:decorative xmlns:adec="http://schemas.microsoft.com/office/drawing/2017/decorative" val="1"/>
              </a:ext>
            </a:extLst>
          </p:cNvPr>
          <p:cNvSpPr/>
          <p:nvPr userDrawn="1"/>
        </p:nvSpPr>
        <p:spPr>
          <a:xfrm rot="18900000">
            <a:off x="413443"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EB06A536-5FCB-4761-9EFF-D54BE44B1FD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8786">
            <a:off x="-1021285" y="3355869"/>
            <a:ext cx="2029968" cy="2029968"/>
          </a:xfrm>
          <a:prstGeom prst="rect">
            <a:avLst/>
          </a:prstGeom>
        </p:spPr>
      </p:pic>
      <p:pic>
        <p:nvPicPr>
          <p:cNvPr id="13" name="Graphic 12">
            <a:extLst>
              <a:ext uri="{FF2B5EF4-FFF2-40B4-BE49-F238E27FC236}">
                <a16:creationId xmlns:a16="http://schemas.microsoft.com/office/drawing/2014/main" id="{3B73C61F-3D48-4791-8280-D98D2C01E0C1}"/>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rot="13489227">
            <a:off x="1859807" y="3357927"/>
            <a:ext cx="2029968" cy="2029968"/>
          </a:xfrm>
          <a:prstGeom prst="rect">
            <a:avLst/>
          </a:prstGeom>
        </p:spPr>
      </p:pic>
      <p:grpSp>
        <p:nvGrpSpPr>
          <p:cNvPr id="21" name="Group 20">
            <a:extLst>
              <a:ext uri="{FF2B5EF4-FFF2-40B4-BE49-F238E27FC236}">
                <a16:creationId xmlns:a16="http://schemas.microsoft.com/office/drawing/2014/main" id="{94213EEF-F759-4045-9F53-49C1B4ECED53}"/>
              </a:ext>
              <a:ext uri="{C183D7F6-B498-43B3-948B-1728B52AA6E4}">
                <adec:decorative xmlns:adec="http://schemas.microsoft.com/office/drawing/2017/decorative" val="1"/>
              </a:ext>
            </a:extLst>
          </p:cNvPr>
          <p:cNvGrpSpPr/>
          <p:nvPr userDrawn="1"/>
        </p:nvGrpSpPr>
        <p:grpSpPr>
          <a:xfrm>
            <a:off x="-7411" y="5806395"/>
            <a:ext cx="2870810" cy="1000774"/>
            <a:chOff x="-13699" y="5839164"/>
            <a:chExt cx="2862790" cy="1000774"/>
          </a:xfrm>
        </p:grpSpPr>
        <p:sp>
          <p:nvSpPr>
            <p:cNvPr id="91" name="Freeform: Shape 90">
              <a:extLst>
                <a:ext uri="{FF2B5EF4-FFF2-40B4-BE49-F238E27FC236}">
                  <a16:creationId xmlns:a16="http://schemas.microsoft.com/office/drawing/2014/main"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0" name="Freeform: Shape 89">
              <a:extLst>
                <a:ext uri="{FF2B5EF4-FFF2-40B4-BE49-F238E27FC236}">
                  <a16:creationId xmlns:a16="http://schemas.microsoft.com/office/drawing/2014/main"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9" name="Freeform: Shape 88">
              <a:extLst>
                <a:ext uri="{FF2B5EF4-FFF2-40B4-BE49-F238E27FC236}">
                  <a16:creationId xmlns:a16="http://schemas.microsoft.com/office/drawing/2014/main"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8" name="Freeform: Shape 87">
              <a:extLst>
                <a:ext uri="{FF2B5EF4-FFF2-40B4-BE49-F238E27FC236}">
                  <a16:creationId xmlns:a16="http://schemas.microsoft.com/office/drawing/2014/main"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7" name="Freeform: Shape 86">
              <a:extLst>
                <a:ext uri="{FF2B5EF4-FFF2-40B4-BE49-F238E27FC236}">
                  <a16:creationId xmlns:a16="http://schemas.microsoft.com/office/drawing/2014/main"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6" name="Freeform: Shape 85">
              <a:extLst>
                <a:ext uri="{FF2B5EF4-FFF2-40B4-BE49-F238E27FC236}">
                  <a16:creationId xmlns:a16="http://schemas.microsoft.com/office/drawing/2014/main"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5" name="Freeform: Shape 84">
              <a:extLst>
                <a:ext uri="{FF2B5EF4-FFF2-40B4-BE49-F238E27FC236}">
                  <a16:creationId xmlns:a16="http://schemas.microsoft.com/office/drawing/2014/main"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4" name="Freeform: Shape 83">
              <a:extLst>
                <a:ext uri="{FF2B5EF4-FFF2-40B4-BE49-F238E27FC236}">
                  <a16:creationId xmlns:a16="http://schemas.microsoft.com/office/drawing/2014/main"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 name="Freeform: Shape 82">
              <a:extLst>
                <a:ext uri="{FF2B5EF4-FFF2-40B4-BE49-F238E27FC236}">
                  <a16:creationId xmlns:a16="http://schemas.microsoft.com/office/drawing/2014/main"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2" name="Freeform: Shape 81">
              <a:extLst>
                <a:ext uri="{FF2B5EF4-FFF2-40B4-BE49-F238E27FC236}">
                  <a16:creationId xmlns:a16="http://schemas.microsoft.com/office/drawing/2014/main"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1" name="Freeform: Shape 80">
              <a:extLst>
                <a:ext uri="{FF2B5EF4-FFF2-40B4-BE49-F238E27FC236}">
                  <a16:creationId xmlns:a16="http://schemas.microsoft.com/office/drawing/2014/main"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0" name="Freeform: Shape 79">
              <a:extLst>
                <a:ext uri="{FF2B5EF4-FFF2-40B4-BE49-F238E27FC236}">
                  <a16:creationId xmlns:a16="http://schemas.microsoft.com/office/drawing/2014/main"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9" name="Freeform: Shape 78">
              <a:extLst>
                <a:ext uri="{FF2B5EF4-FFF2-40B4-BE49-F238E27FC236}">
                  <a16:creationId xmlns:a16="http://schemas.microsoft.com/office/drawing/2014/main"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8" name="Freeform: Shape 77">
              <a:extLst>
                <a:ext uri="{FF2B5EF4-FFF2-40B4-BE49-F238E27FC236}">
                  <a16:creationId xmlns:a16="http://schemas.microsoft.com/office/drawing/2014/main"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7" name="Freeform: Shape 76">
              <a:extLst>
                <a:ext uri="{FF2B5EF4-FFF2-40B4-BE49-F238E27FC236}">
                  <a16:creationId xmlns:a16="http://schemas.microsoft.com/office/drawing/2014/main"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6" name="Freeform: Shape 75">
              <a:extLst>
                <a:ext uri="{FF2B5EF4-FFF2-40B4-BE49-F238E27FC236}">
                  <a16:creationId xmlns:a16="http://schemas.microsoft.com/office/drawing/2014/main"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3" name="Freeform: Shape 72">
              <a:extLst>
                <a:ext uri="{FF2B5EF4-FFF2-40B4-BE49-F238E27FC236}">
                  <a16:creationId xmlns:a16="http://schemas.microsoft.com/office/drawing/2014/main"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01" name="Freeform: Shape 100">
            <a:extLst>
              <a:ext uri="{FF2B5EF4-FFF2-40B4-BE49-F238E27FC236}">
                <a16:creationId xmlns:a16="http://schemas.microsoft.com/office/drawing/2014/main" id="{788A3CD7-1915-41CF-9FB5-E6FEDCA8F19C}"/>
              </a:ext>
              <a:ext uri="{C183D7F6-B498-43B3-948B-1728B52AA6E4}">
                <adec:decorative xmlns:adec="http://schemas.microsoft.com/office/drawing/2017/decorative" val="1"/>
              </a:ext>
            </a:extLst>
          </p:cNvPr>
          <p:cNvSpPr/>
          <p:nvPr userDrawn="1"/>
        </p:nvSpPr>
        <p:spPr>
          <a:xfrm>
            <a:off x="1793659"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3" name="Freeform: Shape 162">
            <a:extLst>
              <a:ext uri="{FF2B5EF4-FFF2-40B4-BE49-F238E27FC236}">
                <a16:creationId xmlns:a16="http://schemas.microsoft.com/office/drawing/2014/main" id="{FEE07693-1822-40D4-88A4-0F663C787D7E}"/>
              </a:ext>
              <a:ext uri="{C183D7F6-B498-43B3-948B-1728B52AA6E4}">
                <adec:decorative xmlns:adec="http://schemas.microsoft.com/office/drawing/2017/decorative" val="1"/>
              </a:ext>
            </a:extLst>
          </p:cNvPr>
          <p:cNvSpPr/>
          <p:nvPr userDrawn="1"/>
        </p:nvSpPr>
        <p:spPr>
          <a:xfrm>
            <a:off x="1035546"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1">
            <a:extLst>
              <a:ext uri="{FF2B5EF4-FFF2-40B4-BE49-F238E27FC236}">
                <a16:creationId xmlns:a16="http://schemas.microsoft.com/office/drawing/2014/main" id="{C8142DAF-BE54-C239-5685-89D55E027E4E}"/>
              </a:ext>
            </a:extLst>
          </p:cNvPr>
          <p:cNvSpPr>
            <a:spLocks noGrp="1"/>
          </p:cNvSpPr>
          <p:nvPr>
            <p:ph type="title" hasCustomPrompt="1"/>
          </p:nvPr>
        </p:nvSpPr>
        <p:spPr>
          <a:xfrm>
            <a:off x="3520440" y="896111"/>
            <a:ext cx="7889768" cy="2039341"/>
          </a:xfrm>
        </p:spPr>
        <p:txBody>
          <a:bodyPr anchor="t" anchorCtr="0"/>
          <a:lstStyle>
            <a:lvl1pPr>
              <a:defRPr cap="all" baseline="0">
                <a:solidFill>
                  <a:schemeClr val="accent1"/>
                </a:solidFill>
              </a:defRPr>
            </a:lvl1pPr>
          </a:lstStyle>
          <a:p>
            <a:r>
              <a:rPr lang="en-US" dirty="0"/>
              <a:t>CLICK TO ADD TITLE</a:t>
            </a:r>
          </a:p>
        </p:txBody>
      </p:sp>
      <p:sp>
        <p:nvSpPr>
          <p:cNvPr id="10" name="Content Placeholder 2">
            <a:extLst>
              <a:ext uri="{FF2B5EF4-FFF2-40B4-BE49-F238E27FC236}">
                <a16:creationId xmlns:a16="http://schemas.microsoft.com/office/drawing/2014/main" id="{5A2EBD71-EB16-773C-A6CB-C6E1259AE70B}"/>
              </a:ext>
            </a:extLst>
          </p:cNvPr>
          <p:cNvSpPr>
            <a:spLocks noGrp="1"/>
          </p:cNvSpPr>
          <p:nvPr>
            <p:ph sz="half" idx="14" hasCustomPrompt="1"/>
          </p:nvPr>
        </p:nvSpPr>
        <p:spPr>
          <a:xfrm>
            <a:off x="3520440" y="3259056"/>
            <a:ext cx="2994660" cy="3006531"/>
          </a:xfrm>
        </p:spPr>
        <p:txBody>
          <a:bodyPr>
            <a:normAutofit/>
          </a:bodyPr>
          <a:lstStyle>
            <a:lvl1pPr marL="285750" indent="-285750">
              <a:lnSpc>
                <a:spcPts val="2000"/>
              </a:lnSpc>
              <a:buFont typeface="Arial" panose="020B0604020202020204" pitchFamily="34" charset="0"/>
              <a:buChar char="•"/>
              <a:defRPr sz="1800"/>
            </a:lvl1pPr>
            <a:lvl2pPr>
              <a:lnSpc>
                <a:spcPts val="2000"/>
              </a:lnSpc>
              <a:defRPr sz="1800"/>
            </a:lvl2pPr>
            <a:lvl3pPr>
              <a:lnSpc>
                <a:spcPts val="2000"/>
              </a:lnSpc>
              <a:defRPr sz="1800"/>
            </a:lvl3pPr>
            <a:lvl4pPr>
              <a:lnSpc>
                <a:spcPts val="2000"/>
              </a:lnSpc>
              <a:defRPr sz="1800"/>
            </a:lvl4pPr>
            <a:lvl5pPr>
              <a:lnSpc>
                <a:spcPts val="2000"/>
              </a:lnSpc>
              <a:defRPr sz="1800"/>
            </a:lvl5pPr>
          </a:lstStyle>
          <a:p>
            <a:pPr lvl="0"/>
            <a:r>
              <a:rPr lang="en-US" dirty="0"/>
              <a:t>Click to add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56944BE1-9937-7EA2-AA56-336B8D5CAADA}"/>
              </a:ext>
            </a:extLst>
          </p:cNvPr>
          <p:cNvSpPr>
            <a:spLocks noGrp="1"/>
          </p:cNvSpPr>
          <p:nvPr>
            <p:ph sz="half" idx="1" hasCustomPrompt="1"/>
          </p:nvPr>
        </p:nvSpPr>
        <p:spPr>
          <a:xfrm>
            <a:off x="6826432" y="3253740"/>
            <a:ext cx="4580088" cy="3006531"/>
          </a:xfrm>
        </p:spPr>
        <p:txBody>
          <a:bodyPr>
            <a:normAutofit/>
          </a:bodyPr>
          <a:lstStyle>
            <a:lvl1pPr marL="0" indent="0">
              <a:lnSpc>
                <a:spcPts val="2000"/>
              </a:lnSpc>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9" name="Date Placeholder 3">
            <a:extLst>
              <a:ext uri="{FF2B5EF4-FFF2-40B4-BE49-F238E27FC236}">
                <a16:creationId xmlns:a16="http://schemas.microsoft.com/office/drawing/2014/main" id="{5A56B3AA-5CA2-4004-8F95-11FD7B895DAE}"/>
              </a:ext>
            </a:extLst>
          </p:cNvPr>
          <p:cNvSpPr>
            <a:spLocks noGrp="1"/>
          </p:cNvSpPr>
          <p:nvPr>
            <p:ph type="dt" sz="half" idx="10"/>
          </p:nvPr>
        </p:nvSpPr>
        <p:spPr>
          <a:xfrm>
            <a:off x="3523723" y="6353175"/>
            <a:ext cx="1097280" cy="365125"/>
          </a:xfrm>
        </p:spPr>
        <p:txBody>
          <a:bodyPr/>
          <a:lstStyle>
            <a:lvl1pPr>
              <a:defRPr>
                <a:solidFill>
                  <a:schemeClr val="tx1">
                    <a:lumMod val="75000"/>
                    <a:lumOff val="25000"/>
                  </a:schemeClr>
                </a:solidFill>
              </a:defRPr>
            </a:lvl1pPr>
          </a:lstStyle>
          <a:p>
            <a:r>
              <a:rPr lang="en-US"/>
              <a:t>12/11/2023</a:t>
            </a:r>
            <a:endParaRPr lang="en-US" dirty="0"/>
          </a:p>
        </p:txBody>
      </p:sp>
      <p:sp>
        <p:nvSpPr>
          <p:cNvPr id="210" name="Footer Placeholder 4">
            <a:extLst>
              <a:ext uri="{FF2B5EF4-FFF2-40B4-BE49-F238E27FC236}">
                <a16:creationId xmlns:a16="http://schemas.microsoft.com/office/drawing/2014/main" id="{07D92F37-472D-4CCB-AA97-FA42E56079C7}"/>
              </a:ext>
            </a:extLst>
          </p:cNvPr>
          <p:cNvSpPr>
            <a:spLocks noGrp="1"/>
          </p:cNvSpPr>
          <p:nvPr>
            <p:ph type="ftr" sz="quarter" idx="11"/>
          </p:nvPr>
        </p:nvSpPr>
        <p:spPr>
          <a:xfrm>
            <a:off x="6642161" y="6350000"/>
            <a:ext cx="2286000" cy="365125"/>
          </a:xfrm>
        </p:spPr>
        <p:txBody>
          <a:bodyPr/>
          <a:lstStyle>
            <a:lvl1pPr>
              <a:defRPr>
                <a:solidFill>
                  <a:schemeClr val="tx1">
                    <a:lumMod val="75000"/>
                    <a:lumOff val="25000"/>
                  </a:schemeClr>
                </a:solidFill>
              </a:defRPr>
            </a:lvl1pPr>
          </a:lstStyle>
          <a:p>
            <a:r>
              <a:rPr lang="en-US"/>
              <a:t>Presentation title</a:t>
            </a:r>
            <a:endParaRPr lang="en-US" dirty="0"/>
          </a:p>
        </p:txBody>
      </p:sp>
      <p:sp>
        <p:nvSpPr>
          <p:cNvPr id="211" name="Slide Number Placeholder 5">
            <a:extLst>
              <a:ext uri="{FF2B5EF4-FFF2-40B4-BE49-F238E27FC236}">
                <a16:creationId xmlns:a16="http://schemas.microsoft.com/office/drawing/2014/main" id="{C0E89FFF-230F-4CBA-A6BC-D887B3FFA51F}"/>
              </a:ext>
            </a:extLst>
          </p:cNvPr>
          <p:cNvSpPr>
            <a:spLocks noGrp="1"/>
          </p:cNvSpPr>
          <p:nvPr>
            <p:ph type="sldNum" sz="quarter" idx="12"/>
          </p:nvPr>
        </p:nvSpPr>
        <p:spPr>
          <a:xfrm>
            <a:off x="10949320"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921514593"/>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Pictur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3807877" y="898524"/>
            <a:ext cx="7606895" cy="2029967"/>
          </a:xfrm>
        </p:spPr>
        <p:txBody>
          <a:bodyPr anchor="t" anchorCtr="0"/>
          <a:lstStyle>
            <a:lvl1pPr>
              <a:defRPr cap="all" baseline="0">
                <a:solidFill>
                  <a:schemeClr val="tx2"/>
                </a:solidFill>
              </a:defRPr>
            </a:lvl1pPr>
          </a:lstStyle>
          <a:p>
            <a:r>
              <a:rPr lang="en-US" dirty="0"/>
              <a:t>CLICK TO ADD TITLE</a:t>
            </a:r>
          </a:p>
        </p:txBody>
      </p:sp>
      <p:sp>
        <p:nvSpPr>
          <p:cNvPr id="27" name="Picture Placeholder 26">
            <a:extLst>
              <a:ext uri="{FF2B5EF4-FFF2-40B4-BE49-F238E27FC236}">
                <a16:creationId xmlns:a16="http://schemas.microsoft.com/office/drawing/2014/main" id="{01CF25F4-1889-5FE4-9BE0-413C509639DC}"/>
              </a:ext>
            </a:extLst>
          </p:cNvPr>
          <p:cNvSpPr>
            <a:spLocks noGrp="1"/>
          </p:cNvSpPr>
          <p:nvPr>
            <p:ph type="pic" sz="quarter" idx="15" hasCustomPrompt="1"/>
          </p:nvPr>
        </p:nvSpPr>
        <p:spPr>
          <a:xfrm>
            <a:off x="1011337" y="9212"/>
            <a:ext cx="2029967" cy="4850544"/>
          </a:xfrm>
          <a:custGeom>
            <a:avLst/>
            <a:gdLst>
              <a:gd name="connsiteX0" fmla="*/ 0 w 2029967"/>
              <a:gd name="connsiteY0" fmla="*/ 0 h 4850544"/>
              <a:gd name="connsiteX1" fmla="*/ 2029967 w 2029967"/>
              <a:gd name="connsiteY1" fmla="*/ 0 h 4850544"/>
              <a:gd name="connsiteX2" fmla="*/ 2029967 w 2029967"/>
              <a:gd name="connsiteY2" fmla="*/ 4850544 h 4850544"/>
              <a:gd name="connsiteX3" fmla="*/ 2025599 w 2029967"/>
              <a:gd name="connsiteY3" fmla="*/ 4850544 h 4850544"/>
              <a:gd name="connsiteX4" fmla="*/ 2 w 2029967"/>
              <a:gd name="connsiteY4" fmla="*/ 2824947 h 4850544"/>
              <a:gd name="connsiteX5" fmla="*/ 2 w 2029967"/>
              <a:gd name="connsiteY5" fmla="*/ 4850544 h 4850544"/>
              <a:gd name="connsiteX6" fmla="*/ 0 w 2029967"/>
              <a:gd name="connsiteY6" fmla="*/ 4850544 h 4850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9967" h="4850544">
                <a:moveTo>
                  <a:pt x="0" y="0"/>
                </a:moveTo>
                <a:lnTo>
                  <a:pt x="2029967" y="0"/>
                </a:lnTo>
                <a:lnTo>
                  <a:pt x="2029967" y="4850544"/>
                </a:lnTo>
                <a:lnTo>
                  <a:pt x="2025599" y="4850544"/>
                </a:lnTo>
                <a:lnTo>
                  <a:pt x="2" y="2824947"/>
                </a:lnTo>
                <a:lnTo>
                  <a:pt x="2" y="4850544"/>
                </a:lnTo>
                <a:lnTo>
                  <a:pt x="0" y="4850544"/>
                </a:lnTo>
                <a:close/>
              </a:path>
            </a:pathLst>
          </a:custGeom>
        </p:spPr>
        <p:txBody>
          <a:bodyPr wrap="square">
            <a:noAutofit/>
          </a:bodyPr>
          <a:lstStyle>
            <a:lvl1pPr marL="0" indent="0" algn="l">
              <a:buNone/>
              <a:defRPr sz="2000">
                <a:solidFill>
                  <a:schemeClr val="bg1"/>
                </a:solidFill>
              </a:defRPr>
            </a:lvl1pPr>
          </a:lstStyle>
          <a:p>
            <a:r>
              <a:rPr lang="en-US" dirty="0"/>
              <a:t>Click icon to insert picture</a:t>
            </a:r>
          </a:p>
        </p:txBody>
      </p:sp>
      <p:sp>
        <p:nvSpPr>
          <p:cNvPr id="34" name="Rectangle 33">
            <a:extLst>
              <a:ext uri="{FF2B5EF4-FFF2-40B4-BE49-F238E27FC236}">
                <a16:creationId xmlns:a16="http://schemas.microsoft.com/office/drawing/2014/main" id="{9CC28908-2548-441C-BE9D-8728E1FC84C0}"/>
              </a:ext>
              <a:ext uri="{C183D7F6-B498-43B3-948B-1728B52AA6E4}">
                <adec:decorative xmlns:adec="http://schemas.microsoft.com/office/drawing/2017/decorative" val="1"/>
              </a:ext>
            </a:extLst>
          </p:cNvPr>
          <p:cNvSpPr/>
          <p:nvPr userDrawn="1"/>
        </p:nvSpPr>
        <p:spPr>
          <a:xfrm>
            <a:off x="1011339" y="4863266"/>
            <a:ext cx="2029968" cy="200489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a:extLst>
              <a:ext uri="{FF2B5EF4-FFF2-40B4-BE49-F238E27FC236}">
                <a16:creationId xmlns:a16="http://schemas.microsoft.com/office/drawing/2014/main" id="{731DC170-FB16-45F8-B62C-DCAB2B9AC310}"/>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011338" y="5865203"/>
            <a:ext cx="2019299" cy="999451"/>
          </a:xfrm>
          <a:prstGeom prst="rect">
            <a:avLst/>
          </a:prstGeom>
        </p:spPr>
      </p:pic>
      <p:sp>
        <p:nvSpPr>
          <p:cNvPr id="5" name="Content Placeholder 2">
            <a:extLst>
              <a:ext uri="{FF2B5EF4-FFF2-40B4-BE49-F238E27FC236}">
                <a16:creationId xmlns:a16="http://schemas.microsoft.com/office/drawing/2014/main" id="{ADE2E4A5-BFB0-8F89-C606-A1581EB9FC6E}"/>
              </a:ext>
            </a:extLst>
          </p:cNvPr>
          <p:cNvSpPr>
            <a:spLocks noGrp="1"/>
          </p:cNvSpPr>
          <p:nvPr>
            <p:ph sz="half" idx="16" hasCustomPrompt="1"/>
          </p:nvPr>
        </p:nvSpPr>
        <p:spPr>
          <a:xfrm>
            <a:off x="3803953" y="3259138"/>
            <a:ext cx="7615274" cy="2978150"/>
          </a:xfrm>
        </p:spPr>
        <p:txBody>
          <a:bodyPr>
            <a:normAutofit/>
          </a:bodyPr>
          <a:lstStyle>
            <a:lvl1pPr marL="285750" indent="-285750">
              <a:lnSpc>
                <a:spcPts val="2000"/>
              </a:lnSpc>
              <a:buFont typeface="Arial" panose="020B0604020202020204" pitchFamily="34" charset="0"/>
              <a:buChar char="•"/>
              <a:defRPr sz="1800">
                <a:solidFill>
                  <a:schemeClr val="tx2"/>
                </a:solidFill>
              </a:defRPr>
            </a:lvl1pPr>
            <a:lvl2pPr marL="685800">
              <a:lnSpc>
                <a:spcPts val="2000"/>
              </a:lnSpc>
              <a:defRPr sz="1800">
                <a:solidFill>
                  <a:schemeClr val="tx2"/>
                </a:solidFill>
              </a:defRPr>
            </a:lvl2pPr>
            <a:lvl3pPr marL="1143000">
              <a:lnSpc>
                <a:spcPts val="2000"/>
              </a:lnSpc>
              <a:defRPr sz="1800">
                <a:solidFill>
                  <a:schemeClr val="tx2"/>
                </a:solidFill>
              </a:defRPr>
            </a:lvl3pPr>
            <a:lvl4pPr marL="1600200">
              <a:lnSpc>
                <a:spcPts val="2000"/>
              </a:lnSpc>
              <a:defRPr sz="1800">
                <a:solidFill>
                  <a:schemeClr val="tx2"/>
                </a:solidFill>
              </a:defRPr>
            </a:lvl4pPr>
            <a:lvl5pPr marL="2057400">
              <a:lnSpc>
                <a:spcPts val="2000"/>
              </a:lnSpc>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9" name="Date Placeholder 3">
            <a:extLst>
              <a:ext uri="{FF2B5EF4-FFF2-40B4-BE49-F238E27FC236}">
                <a16:creationId xmlns:a16="http://schemas.microsoft.com/office/drawing/2014/main" id="{E2B0C6B8-E2CB-460E-BBC8-AC4339C89DB2}"/>
              </a:ext>
            </a:extLst>
          </p:cNvPr>
          <p:cNvSpPr>
            <a:spLocks noGrp="1"/>
          </p:cNvSpPr>
          <p:nvPr>
            <p:ph type="dt" sz="half" idx="10"/>
          </p:nvPr>
        </p:nvSpPr>
        <p:spPr>
          <a:xfrm>
            <a:off x="3803953" y="6353175"/>
            <a:ext cx="1097280" cy="365125"/>
          </a:xfrm>
        </p:spPr>
        <p:txBody>
          <a:bodyPr/>
          <a:lstStyle>
            <a:lvl1pPr>
              <a:defRPr>
                <a:solidFill>
                  <a:schemeClr val="bg1"/>
                </a:solidFill>
              </a:defRPr>
            </a:lvl1pPr>
          </a:lstStyle>
          <a:p>
            <a:r>
              <a:rPr lang="en-US"/>
              <a:t>12/11/2023</a:t>
            </a:r>
            <a:endParaRPr lang="en-US" dirty="0"/>
          </a:p>
        </p:txBody>
      </p:sp>
      <p:sp>
        <p:nvSpPr>
          <p:cNvPr id="70" name="Footer Placeholder 4">
            <a:extLst>
              <a:ext uri="{FF2B5EF4-FFF2-40B4-BE49-F238E27FC236}">
                <a16:creationId xmlns:a16="http://schemas.microsoft.com/office/drawing/2014/main" id="{433844D3-0FDA-4C97-9B21-5021A38E4FC2}"/>
              </a:ext>
            </a:extLst>
          </p:cNvPr>
          <p:cNvSpPr>
            <a:spLocks noGrp="1"/>
          </p:cNvSpPr>
          <p:nvPr>
            <p:ph type="ftr" sz="quarter" idx="11"/>
          </p:nvPr>
        </p:nvSpPr>
        <p:spPr>
          <a:xfrm>
            <a:off x="6788630" y="6350000"/>
            <a:ext cx="2286000" cy="365125"/>
          </a:xfrm>
        </p:spPr>
        <p:txBody>
          <a:bodyPr/>
          <a:lstStyle>
            <a:lvl1pPr>
              <a:defRPr>
                <a:solidFill>
                  <a:schemeClr val="bg1"/>
                </a:solidFill>
              </a:defRPr>
            </a:lvl1pPr>
          </a:lstStyle>
          <a:p>
            <a:r>
              <a:rPr lang="en-US"/>
              <a:t>Presentation title</a:t>
            </a:r>
            <a:endParaRPr lang="en-US" dirty="0"/>
          </a:p>
        </p:txBody>
      </p:sp>
      <p:sp>
        <p:nvSpPr>
          <p:cNvPr id="71" name="Slide Number Placeholder 5">
            <a:extLst>
              <a:ext uri="{FF2B5EF4-FFF2-40B4-BE49-F238E27FC236}">
                <a16:creationId xmlns:a16="http://schemas.microsoft.com/office/drawing/2014/main" id="{EC059538-F80F-46C9-80EB-AC9B56DD05C3}"/>
              </a:ext>
            </a:extLst>
          </p:cNvPr>
          <p:cNvSpPr>
            <a:spLocks noGrp="1"/>
          </p:cNvSpPr>
          <p:nvPr>
            <p:ph type="sldNum" sz="quarter" idx="12"/>
          </p:nvPr>
        </p:nvSpPr>
        <p:spPr>
          <a:xfrm>
            <a:off x="10962027"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grpSp>
        <p:nvGrpSpPr>
          <p:cNvPr id="9" name="Group 8">
            <a:extLst>
              <a:ext uri="{FF2B5EF4-FFF2-40B4-BE49-F238E27FC236}">
                <a16:creationId xmlns:a16="http://schemas.microsoft.com/office/drawing/2014/main" id="{378F81CD-65D4-6CA1-E2C2-34DF58B566B2}"/>
              </a:ext>
              <a:ext uri="{C183D7F6-B498-43B3-948B-1728B52AA6E4}">
                <adec:decorative xmlns:adec="http://schemas.microsoft.com/office/drawing/2017/decorative" val="1"/>
              </a:ext>
            </a:extLst>
          </p:cNvPr>
          <p:cNvGrpSpPr/>
          <p:nvPr userDrawn="1"/>
        </p:nvGrpSpPr>
        <p:grpSpPr>
          <a:xfrm>
            <a:off x="-1000" y="0"/>
            <a:ext cx="1015984" cy="6858000"/>
            <a:chOff x="-1000" y="0"/>
            <a:chExt cx="1015984" cy="6858000"/>
          </a:xfrm>
        </p:grpSpPr>
        <p:sp>
          <p:nvSpPr>
            <p:cNvPr id="10" name="Rectangle 9">
              <a:extLst>
                <a:ext uri="{FF2B5EF4-FFF2-40B4-BE49-F238E27FC236}">
                  <a16:creationId xmlns:a16="http://schemas.microsoft.com/office/drawing/2014/main" id="{E419657A-6BE9-88F7-BE4C-6BF3C13F7E91}"/>
                </a:ext>
                <a:ext uri="{C183D7F6-B498-43B3-948B-1728B52AA6E4}">
                  <adec:decorative xmlns:adec="http://schemas.microsoft.com/office/drawing/2017/decorative" val="1"/>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BBB2BB8E-26BE-8FBF-1C62-4F42858193C1}"/>
                </a:ext>
                <a:ext uri="{C183D7F6-B498-43B3-948B-1728B52AA6E4}">
                  <adec:decorative xmlns:adec="http://schemas.microsoft.com/office/drawing/2017/decorative" val="1"/>
                </a:ext>
              </a:extLst>
            </p:cNvPr>
            <p:cNvSpPr/>
            <p:nvPr userDrawn="1"/>
          </p:nvSpPr>
          <p:spPr>
            <a:xfrm>
              <a:off x="0"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864BEFA-BF82-8BAF-1977-518DCAB0F3EC}"/>
                </a:ext>
                <a:ext uri="{C183D7F6-B498-43B3-948B-1728B52AA6E4}">
                  <adec:decorative xmlns:adec="http://schemas.microsoft.com/office/drawing/2017/decorative" val="1"/>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14C6E7FC-E03B-5EE2-7126-8CC1FBCB9DC3}"/>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rot="5400000">
              <a:off x="-462818" y="552957"/>
              <a:ext cx="1828800" cy="905164"/>
            </a:xfrm>
            <a:prstGeom prst="rect">
              <a:avLst/>
            </a:prstGeom>
          </p:spPr>
        </p:pic>
        <p:sp>
          <p:nvSpPr>
            <p:cNvPr id="14" name="Rectangle 13">
              <a:extLst>
                <a:ext uri="{FF2B5EF4-FFF2-40B4-BE49-F238E27FC236}">
                  <a16:creationId xmlns:a16="http://schemas.microsoft.com/office/drawing/2014/main" id="{659957EF-0F68-275E-1FFC-87388D717462}"/>
                </a:ext>
                <a:ext uri="{C183D7F6-B498-43B3-948B-1728B52AA6E4}">
                  <adec:decorative xmlns:adec="http://schemas.microsoft.com/office/drawing/2017/decorative" val="1"/>
                </a:ext>
              </a:extLst>
            </p:cNvPr>
            <p:cNvSpPr/>
            <p:nvPr userDrawn="1"/>
          </p:nvSpPr>
          <p:spPr>
            <a:xfrm>
              <a:off x="0"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ECECEEA3-55C1-1632-4F14-7E57A802667B}"/>
                </a:ext>
                <a:ext uri="{C183D7F6-B498-43B3-948B-1728B52AA6E4}">
                  <adec:decorative xmlns:adec="http://schemas.microsoft.com/office/drawing/2017/decorative" val="1"/>
                </a:ext>
              </a:extLst>
            </p:cNvPr>
            <p:cNvSpPr/>
            <p:nvPr userDrawn="1"/>
          </p:nvSpPr>
          <p:spPr>
            <a:xfrm rot="10800000">
              <a:off x="100582" y="2932749"/>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6" name="Graphic 15">
              <a:extLst>
                <a:ext uri="{FF2B5EF4-FFF2-40B4-BE49-F238E27FC236}">
                  <a16:creationId xmlns:a16="http://schemas.microsoft.com/office/drawing/2014/main" id="{A6290E86-B21F-0C88-099F-07B046CA1D4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457200" y="5380762"/>
              <a:ext cx="1828800" cy="914400"/>
            </a:xfrm>
            <a:prstGeom prst="rect">
              <a:avLst/>
            </a:prstGeom>
          </p:spPr>
        </p:pic>
      </p:grpSp>
      <p:sp>
        <p:nvSpPr>
          <p:cNvPr id="26" name="Rectangle 23">
            <a:extLst>
              <a:ext uri="{FF2B5EF4-FFF2-40B4-BE49-F238E27FC236}">
                <a16:creationId xmlns:a16="http://schemas.microsoft.com/office/drawing/2014/main" id="{E489F066-AA0F-D3C7-739B-15808100E736}"/>
              </a:ext>
              <a:ext uri="{C183D7F6-B498-43B3-948B-1728B52AA6E4}">
                <adec:decorative xmlns:adec="http://schemas.microsoft.com/office/drawing/2017/decorative" val="1"/>
              </a:ext>
            </a:extLst>
          </p:cNvPr>
          <p:cNvSpPr/>
          <p:nvPr userDrawn="1"/>
        </p:nvSpPr>
        <p:spPr>
          <a:xfrm>
            <a:off x="1011339" y="283415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2555004"/>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Tab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0" y="896112"/>
            <a:ext cx="10668000" cy="1325563"/>
          </a:xfrm>
        </p:spPr>
        <p:txBody>
          <a:bodyPr anchor="t" anchorCtr="0"/>
          <a:lstStyle>
            <a:lvl1pPr>
              <a:defRPr cap="all" baseline="0">
                <a:solidFill>
                  <a:schemeClr val="accent1"/>
                </a:solidFill>
              </a:defRPr>
            </a:lvl1pPr>
          </a:lstStyle>
          <a:p>
            <a:r>
              <a:rPr lang="en-US" dirty="0"/>
              <a:t>CLICK TO ADD TITLE</a:t>
            </a:r>
          </a:p>
        </p:txBody>
      </p:sp>
      <p:sp>
        <p:nvSpPr>
          <p:cNvPr id="7" name="Rectangle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D70FC509-0D49-9500-59C9-DAE0A699FB0C}"/>
              </a:ext>
            </a:extLst>
          </p:cNvPr>
          <p:cNvSpPr>
            <a:spLocks noGrp="1"/>
          </p:cNvSpPr>
          <p:nvPr>
            <p:ph type="body" sz="quarter" idx="13" hasCustomPrompt="1"/>
          </p:nvPr>
        </p:nvSpPr>
        <p:spPr>
          <a:xfrm>
            <a:off x="762000" y="2417197"/>
            <a:ext cx="4278313" cy="3737541"/>
          </a:xfrm>
        </p:spPr>
        <p:txBody>
          <a:bodyPr vert="horz" lIns="91440" tIns="45720" rIns="91440" bIns="45720" rtlCol="0">
            <a:normAutofit/>
          </a:bodyPr>
          <a:lstStyle>
            <a:lvl1pPr>
              <a:spcBef>
                <a:spcPts val="0"/>
              </a:spcBef>
              <a:spcAft>
                <a:spcPts val="1200"/>
              </a:spcAft>
              <a:defRPr lang="en-US" sz="1800" smtClean="0"/>
            </a:lvl1pPr>
            <a:lvl2pPr>
              <a:spcBef>
                <a:spcPts val="0"/>
              </a:spcBef>
              <a:spcAft>
                <a:spcPts val="1200"/>
              </a:spcAft>
              <a:defRPr lang="en-US" sz="1800" smtClean="0"/>
            </a:lvl2pPr>
            <a:lvl3pPr>
              <a:spcBef>
                <a:spcPts val="0"/>
              </a:spcBef>
              <a:spcAft>
                <a:spcPts val="1200"/>
              </a:spcAft>
              <a:defRPr lang="en-US" sz="1800" smtClean="0"/>
            </a:lvl3pPr>
            <a:lvl4pPr>
              <a:spcBef>
                <a:spcPts val="0"/>
              </a:spcBef>
              <a:spcAft>
                <a:spcPts val="1200"/>
              </a:spcAft>
              <a:defRPr lang="en-US" sz="1800" smtClean="0"/>
            </a:lvl4pPr>
            <a:lvl5pPr>
              <a:spcBef>
                <a:spcPts val="0"/>
              </a:spcBef>
              <a:spcAft>
                <a:spcPts val="1200"/>
              </a:spcAft>
              <a:defRPr lang="en-US" sz="1800"/>
            </a:lvl5pPr>
          </a:lstStyle>
          <a:p>
            <a:pPr lvl="0"/>
            <a:r>
              <a:rPr lang="en-US" dirty="0"/>
              <a:t>Click to add text </a:t>
            </a:r>
          </a:p>
          <a:p>
            <a:pPr marL="685800" lvl="1" indent="-228600"/>
            <a:r>
              <a:rPr lang="en-US" dirty="0"/>
              <a:t>Second level</a:t>
            </a:r>
          </a:p>
          <a:p>
            <a:pPr marL="1143000" lvl="2" indent="-228600"/>
            <a:r>
              <a:rPr lang="en-US" dirty="0"/>
              <a:t>Third level</a:t>
            </a:r>
          </a:p>
          <a:p>
            <a:pPr marL="1600200" lvl="3" indent="-228600"/>
            <a:r>
              <a:rPr lang="en-US" dirty="0"/>
              <a:t>Fourth level</a:t>
            </a:r>
          </a:p>
          <a:p>
            <a:pPr marL="2057400" lvl="4" indent="-228600"/>
            <a:r>
              <a:rPr lang="en-US" dirty="0"/>
              <a:t>Fifth level</a:t>
            </a:r>
          </a:p>
        </p:txBody>
      </p:sp>
      <p:sp>
        <p:nvSpPr>
          <p:cNvPr id="8" name="Table Placeholder 7">
            <a:extLst>
              <a:ext uri="{FF2B5EF4-FFF2-40B4-BE49-F238E27FC236}">
                <a16:creationId xmlns:a16="http://schemas.microsoft.com/office/drawing/2014/main" id="{7113F543-A373-5951-EBF3-7E283EE52F0B}"/>
              </a:ext>
            </a:extLst>
          </p:cNvPr>
          <p:cNvSpPr>
            <a:spLocks noGrp="1"/>
          </p:cNvSpPr>
          <p:nvPr>
            <p:ph type="tbl" sz="quarter" idx="14" hasCustomPrompt="1"/>
          </p:nvPr>
        </p:nvSpPr>
        <p:spPr>
          <a:xfrm>
            <a:off x="5241471" y="2417763"/>
            <a:ext cx="6188529" cy="3736975"/>
          </a:xfrm>
        </p:spPr>
        <p:txBody>
          <a:bodyPr/>
          <a:lstStyle>
            <a:lvl1pPr>
              <a:defRPr/>
            </a:lvl1pPr>
          </a:lstStyle>
          <a:p>
            <a:r>
              <a:rPr lang="en-US" dirty="0"/>
              <a:t>Click icon to insert table</a:t>
            </a:r>
          </a:p>
        </p:txBody>
      </p:sp>
      <p:sp>
        <p:nvSpPr>
          <p:cNvPr id="3" name="Date Placeholder 3">
            <a:extLst>
              <a:ext uri="{FF2B5EF4-FFF2-40B4-BE49-F238E27FC236}">
                <a16:creationId xmlns:a16="http://schemas.microsoft.com/office/drawing/2014/main" id="{7D4C80AE-01F3-AAB6-99EF-DB1B5934CFD2}"/>
              </a:ext>
            </a:extLst>
          </p:cNvPr>
          <p:cNvSpPr>
            <a:spLocks noGrp="1"/>
          </p:cNvSpPr>
          <p:nvPr>
            <p:ph type="dt" sz="half" idx="10"/>
          </p:nvPr>
        </p:nvSpPr>
        <p:spPr>
          <a:xfrm>
            <a:off x="767443" y="6353175"/>
            <a:ext cx="1097280" cy="365125"/>
          </a:xfrm>
        </p:spPr>
        <p:txBody>
          <a:bodyPr/>
          <a:lstStyle>
            <a:lvl1pPr>
              <a:defRPr>
                <a:solidFill>
                  <a:schemeClr val="tx1"/>
                </a:solidFill>
              </a:defRPr>
            </a:lvl1pPr>
          </a:lstStyle>
          <a:p>
            <a:r>
              <a:rPr lang="en-US"/>
              <a:t>12/11/2023</a:t>
            </a:r>
            <a:endParaRPr lang="en-US" dirty="0"/>
          </a:p>
        </p:txBody>
      </p:sp>
      <p:sp>
        <p:nvSpPr>
          <p:cNvPr id="4" name="Footer Placeholder 4">
            <a:extLst>
              <a:ext uri="{FF2B5EF4-FFF2-40B4-BE49-F238E27FC236}">
                <a16:creationId xmlns:a16="http://schemas.microsoft.com/office/drawing/2014/main" id="{C0241B24-8629-6BC2-C72F-A156F0624997}"/>
              </a:ext>
            </a:extLst>
          </p:cNvPr>
          <p:cNvSpPr>
            <a:spLocks noGrp="1"/>
          </p:cNvSpPr>
          <p:nvPr>
            <p:ph type="ftr" sz="quarter" idx="11"/>
          </p:nvPr>
        </p:nvSpPr>
        <p:spPr>
          <a:xfrm>
            <a:off x="5273449" y="6350000"/>
            <a:ext cx="2286000" cy="365125"/>
          </a:xfrm>
        </p:spPr>
        <p:txBody>
          <a:bodyPr/>
          <a:lstStyle>
            <a:lvl1pPr>
              <a:defRPr>
                <a:solidFill>
                  <a:schemeClr val="tx1"/>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67FBBF9-1C14-3371-F0AC-507FFCAB3BC1}"/>
              </a:ext>
            </a:extLst>
          </p:cNvPr>
          <p:cNvSpPr>
            <a:spLocks noGrp="1"/>
          </p:cNvSpPr>
          <p:nvPr>
            <p:ph type="sldNum" sz="quarter" idx="12"/>
          </p:nvPr>
        </p:nvSpPr>
        <p:spPr>
          <a:xfrm>
            <a:off x="10968175"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081890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1552574" y="896111"/>
            <a:ext cx="9866540" cy="1358140"/>
          </a:xfrm>
        </p:spPr>
        <p:txBody>
          <a:bodyPr anchor="t" anchorCtr="0"/>
          <a:lstStyle>
            <a:lvl1pPr>
              <a:defRPr cap="all" baseline="0">
                <a:solidFill>
                  <a:schemeClr val="tx2"/>
                </a:solidFill>
              </a:defRPr>
            </a:lvl1pPr>
          </a:lstStyle>
          <a:p>
            <a:r>
              <a:rPr lang="en-US" dirty="0"/>
              <a:t>CLICK TO ADD TITLE</a:t>
            </a:r>
          </a:p>
        </p:txBody>
      </p:sp>
      <p:grpSp>
        <p:nvGrpSpPr>
          <p:cNvPr id="10" name="Group 9">
            <a:extLst>
              <a:ext uri="{FF2B5EF4-FFF2-40B4-BE49-F238E27FC236}">
                <a16:creationId xmlns:a16="http://schemas.microsoft.com/office/drawing/2014/main" id="{D9F1898E-3E74-4E43-A202-1A6640227466}"/>
              </a:ext>
              <a:ext uri="{C183D7F6-B498-43B3-948B-1728B52AA6E4}">
                <adec:decorative xmlns:adec="http://schemas.microsoft.com/office/drawing/2017/decorative" val="1"/>
              </a:ext>
            </a:extLst>
          </p:cNvPr>
          <p:cNvGrpSpPr/>
          <p:nvPr userDrawn="1"/>
        </p:nvGrpSpPr>
        <p:grpSpPr>
          <a:xfrm>
            <a:off x="0" y="0"/>
            <a:ext cx="1014984" cy="6858000"/>
            <a:chOff x="0" y="0"/>
            <a:chExt cx="1014984" cy="6858000"/>
          </a:xfrm>
        </p:grpSpPr>
        <p:sp>
          <p:nvSpPr>
            <p:cNvPr id="33" name="Rectangle 32">
              <a:extLst>
                <a:ext uri="{FF2B5EF4-FFF2-40B4-BE49-F238E27FC236}">
                  <a16:creationId xmlns:a16="http://schemas.microsoft.com/office/drawing/2014/main" id="{814776F7-F8A5-4235-8C8D-17F0E4F45B03}"/>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F301899-34C1-47B4-B5CD-F77BA341C0F9}"/>
                </a:ext>
              </a:extLst>
            </p:cNvPr>
            <p:cNvSpPr/>
            <p:nvPr userDrawn="1"/>
          </p:nvSpPr>
          <p:spPr>
            <a:xfrm>
              <a:off x="0" y="2833299"/>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A66E9363-03B7-439D-8B5E-0665E48F046E}"/>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0432F5F5-1688-44BD-B071-A62C04824FB8}"/>
                </a:ext>
              </a:extLst>
            </p:cNvPr>
            <p:cNvSpPr/>
            <p:nvPr userDrawn="1"/>
          </p:nvSpPr>
          <p:spPr>
            <a:xfrm>
              <a:off x="0" y="2029863"/>
              <a:ext cx="1014984" cy="8129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Shape 43">
              <a:extLst>
                <a:ext uri="{FF2B5EF4-FFF2-40B4-BE49-F238E27FC236}">
                  <a16:creationId xmlns:a16="http://schemas.microsoft.com/office/drawing/2014/main" id="{689FF8F5-F7B8-46B0-BB03-FE972A6832E7}"/>
                </a:ext>
              </a:extLst>
            </p:cNvPr>
            <p:cNvSpPr/>
            <p:nvPr userDrawn="1"/>
          </p:nvSpPr>
          <p:spPr>
            <a:xfrm rot="10800000">
              <a:off x="100582" y="2936725"/>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8" name="Graphic 47">
              <a:extLst>
                <a:ext uri="{FF2B5EF4-FFF2-40B4-BE49-F238E27FC236}">
                  <a16:creationId xmlns:a16="http://schemas.microsoft.com/office/drawing/2014/main" id="{31EB8EE7-3843-4CA8-879D-5D985DAA0D1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457200" y="5416459"/>
              <a:ext cx="1828800" cy="914400"/>
            </a:xfrm>
            <a:prstGeom prst="rect">
              <a:avLst/>
            </a:prstGeom>
          </p:spPr>
        </p:pic>
        <p:pic>
          <p:nvPicPr>
            <p:cNvPr id="50" name="Graphic 49">
              <a:extLst>
                <a:ext uri="{FF2B5EF4-FFF2-40B4-BE49-F238E27FC236}">
                  <a16:creationId xmlns:a16="http://schemas.microsoft.com/office/drawing/2014/main" id="{5FF0EEFD-0038-4A2F-AD3B-01A98EFF5CF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457200" y="563329"/>
              <a:ext cx="1828800" cy="914400"/>
            </a:xfrm>
            <a:prstGeom prst="rect">
              <a:avLst/>
            </a:prstGeom>
          </p:spPr>
        </p:pic>
      </p:grpSp>
      <p:sp>
        <p:nvSpPr>
          <p:cNvPr id="3" name="Content Placeholder 2">
            <a:extLst>
              <a:ext uri="{FF2B5EF4-FFF2-40B4-BE49-F238E27FC236}">
                <a16:creationId xmlns:a16="http://schemas.microsoft.com/office/drawing/2014/main" id="{8A650232-76AA-C9E3-F846-8DB1B44E5AF3}"/>
              </a:ext>
            </a:extLst>
          </p:cNvPr>
          <p:cNvSpPr>
            <a:spLocks noGrp="1"/>
          </p:cNvSpPr>
          <p:nvPr>
            <p:ph sz="half" idx="15" hasCustomPrompt="1"/>
          </p:nvPr>
        </p:nvSpPr>
        <p:spPr>
          <a:xfrm>
            <a:off x="1552575" y="2481940"/>
            <a:ext cx="6477952" cy="3635831"/>
          </a:xfrm>
        </p:spPr>
        <p:txBody>
          <a:bodyPr>
            <a:normAutofit/>
          </a:bodyPr>
          <a:lstStyle>
            <a:lvl1pPr marL="0" indent="0">
              <a:lnSpc>
                <a:spcPct val="100000"/>
              </a:lnSpc>
              <a:spcBef>
                <a:spcPts val="0"/>
              </a:spcBef>
              <a:spcAft>
                <a:spcPts val="600"/>
              </a:spcAft>
              <a:buFont typeface="Arial" panose="020B0604020202020204" pitchFamily="34" charset="0"/>
              <a:buNone/>
              <a:defRPr sz="1800">
                <a:solidFill>
                  <a:schemeClr val="bg1"/>
                </a:solidFill>
              </a:defRPr>
            </a:lvl1pPr>
            <a:lvl2pPr marL="457200">
              <a:lnSpc>
                <a:spcPct val="100000"/>
              </a:lnSpc>
              <a:spcAft>
                <a:spcPts val="600"/>
              </a:spcAft>
              <a:defRPr sz="1800">
                <a:solidFill>
                  <a:schemeClr val="bg1"/>
                </a:solidFill>
              </a:defRPr>
            </a:lvl2pPr>
            <a:lvl3pPr marL="914400">
              <a:lnSpc>
                <a:spcPct val="100000"/>
              </a:lnSpc>
              <a:spcAft>
                <a:spcPts val="600"/>
              </a:spcAft>
              <a:defRPr sz="1800">
                <a:solidFill>
                  <a:schemeClr val="bg1"/>
                </a:solidFill>
              </a:defRPr>
            </a:lvl3pPr>
            <a:lvl4pPr marL="1371600">
              <a:lnSpc>
                <a:spcPct val="100000"/>
              </a:lnSpc>
              <a:spcAft>
                <a:spcPts val="600"/>
              </a:spcAft>
              <a:defRPr sz="1800">
                <a:solidFill>
                  <a:schemeClr val="bg1"/>
                </a:solidFill>
              </a:defRPr>
            </a:lvl4pPr>
            <a:lvl5pPr marL="1828800">
              <a:lnSpc>
                <a:spcPct val="100000"/>
              </a:lnSpc>
              <a:spcAft>
                <a:spcPts val="600"/>
              </a:spcAft>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12">
            <a:extLst>
              <a:ext uri="{FF2B5EF4-FFF2-40B4-BE49-F238E27FC236}">
                <a16:creationId xmlns:a16="http://schemas.microsoft.com/office/drawing/2014/main" id="{37A04978-5D2C-BBF1-9C05-C52717619019}"/>
              </a:ext>
            </a:extLst>
          </p:cNvPr>
          <p:cNvSpPr>
            <a:spLocks noGrp="1"/>
          </p:cNvSpPr>
          <p:nvPr>
            <p:ph type="body" sz="quarter" idx="14" hasCustomPrompt="1"/>
          </p:nvPr>
        </p:nvSpPr>
        <p:spPr>
          <a:xfrm>
            <a:off x="8372723" y="2481940"/>
            <a:ext cx="3046391" cy="3759200"/>
          </a:xfrm>
        </p:spPr>
        <p:txBody>
          <a:bodyPr>
            <a:normAutofit/>
          </a:bodyPr>
          <a:lstStyle>
            <a:lvl1pPr marL="342900" indent="-342900">
              <a:spcAft>
                <a:spcPts val="600"/>
              </a:spcAft>
              <a:buFont typeface="+mj-lt"/>
              <a:buAutoNum type="arabicPeriod"/>
              <a:defRPr sz="1800">
                <a:solidFill>
                  <a:schemeClr val="bg1"/>
                </a:solidFill>
              </a:defRPr>
            </a:lvl1pPr>
            <a:lvl2pPr marL="800100" indent="-342900">
              <a:spcAft>
                <a:spcPts val="600"/>
              </a:spcAft>
              <a:buFont typeface="+mj-lt"/>
              <a:buAutoNum type="alphaLcPeriod"/>
              <a:defRPr sz="1800">
                <a:solidFill>
                  <a:schemeClr val="bg1"/>
                </a:solidFill>
              </a:defRPr>
            </a:lvl2pPr>
            <a:lvl3pPr marL="1257300" indent="-342900">
              <a:spcAft>
                <a:spcPts val="600"/>
              </a:spcAft>
              <a:buFont typeface="+mj-lt"/>
              <a:buAutoNum type="arabicParenR"/>
              <a:defRPr sz="1800">
                <a:solidFill>
                  <a:schemeClr val="bg1"/>
                </a:solidFill>
              </a:defRPr>
            </a:lvl3pPr>
            <a:lvl4pPr marL="1714500" indent="-342900">
              <a:spcAft>
                <a:spcPts val="600"/>
              </a:spcAft>
              <a:buFont typeface="+mj-lt"/>
              <a:buAutoNum type="alphaLcParenR"/>
              <a:defRPr sz="1800">
                <a:solidFill>
                  <a:schemeClr val="bg1"/>
                </a:solidFill>
              </a:defRPr>
            </a:lvl4pPr>
            <a:lvl5pPr marL="2171700" indent="-342900">
              <a:spcAft>
                <a:spcPts val="600"/>
              </a:spcAft>
              <a:buFont typeface="+mj-lt"/>
              <a:buAutoNum type="romanLcPeriod"/>
              <a:defRPr sz="1800">
                <a:solidFill>
                  <a:schemeClr val="bg1"/>
                </a:solidFill>
              </a:defRPr>
            </a:lvl5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3" name="Date Placeholder 3">
            <a:extLst>
              <a:ext uri="{FF2B5EF4-FFF2-40B4-BE49-F238E27FC236}">
                <a16:creationId xmlns:a16="http://schemas.microsoft.com/office/drawing/2014/main" id="{41C57AEB-9E33-4F77-9F58-DB0D1B978707}"/>
              </a:ext>
            </a:extLst>
          </p:cNvPr>
          <p:cNvSpPr>
            <a:spLocks noGrp="1"/>
          </p:cNvSpPr>
          <p:nvPr>
            <p:ph type="dt" sz="half" idx="10"/>
          </p:nvPr>
        </p:nvSpPr>
        <p:spPr>
          <a:xfrm>
            <a:off x="1554480" y="6353175"/>
            <a:ext cx="1097280" cy="365125"/>
          </a:xfrm>
        </p:spPr>
        <p:txBody>
          <a:bodyPr/>
          <a:lstStyle>
            <a:lvl1pPr>
              <a:defRPr>
                <a:solidFill>
                  <a:schemeClr val="bg1"/>
                </a:solidFill>
              </a:defRPr>
            </a:lvl1pPr>
          </a:lstStyle>
          <a:p>
            <a:r>
              <a:rPr lang="en-US"/>
              <a:t>12/11/2023</a:t>
            </a:r>
            <a:endParaRPr lang="en-US" dirty="0"/>
          </a:p>
        </p:txBody>
      </p:sp>
      <p:sp>
        <p:nvSpPr>
          <p:cNvPr id="64" name="Footer Placeholder 4">
            <a:extLst>
              <a:ext uri="{FF2B5EF4-FFF2-40B4-BE49-F238E27FC236}">
                <a16:creationId xmlns:a16="http://schemas.microsoft.com/office/drawing/2014/main" id="{182F895D-C48A-41AA-9DE6-43A17B7E019A}"/>
              </a:ext>
            </a:extLst>
          </p:cNvPr>
          <p:cNvSpPr>
            <a:spLocks noGrp="1"/>
          </p:cNvSpPr>
          <p:nvPr>
            <p:ph type="ftr" sz="quarter" idx="11"/>
          </p:nvPr>
        </p:nvSpPr>
        <p:spPr>
          <a:xfrm>
            <a:off x="5744527" y="6350000"/>
            <a:ext cx="2286000" cy="365125"/>
          </a:xfrm>
        </p:spPr>
        <p:txBody>
          <a:bodyPr/>
          <a:lstStyle>
            <a:lvl1pPr>
              <a:defRPr>
                <a:solidFill>
                  <a:schemeClr val="bg1"/>
                </a:solidFill>
              </a:defRPr>
            </a:lvl1pPr>
          </a:lstStyle>
          <a:p>
            <a:r>
              <a:rPr lang="en-US"/>
              <a:t>Presentation title</a:t>
            </a:r>
            <a:endParaRPr lang="en-US" dirty="0"/>
          </a:p>
        </p:txBody>
      </p:sp>
      <p:sp>
        <p:nvSpPr>
          <p:cNvPr id="65" name="Slide Number Placeholder 5">
            <a:extLst>
              <a:ext uri="{FF2B5EF4-FFF2-40B4-BE49-F238E27FC236}">
                <a16:creationId xmlns:a16="http://schemas.microsoft.com/office/drawing/2014/main" id="{4C15BF58-30D9-4A0E-8506-1CD777B0FC5B}"/>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807368846"/>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4155" y="896112"/>
            <a:ext cx="10665845" cy="1325563"/>
          </a:xfrm>
        </p:spPr>
        <p:txBody>
          <a:bodyPr anchor="t" anchorCtr="0"/>
          <a:lstStyle>
            <a:lvl1pPr>
              <a:defRPr cap="all" baseline="0">
                <a:solidFill>
                  <a:schemeClr val="accent1"/>
                </a:solidFill>
              </a:defRPr>
            </a:lvl1pPr>
          </a:lstStyle>
          <a:p>
            <a:r>
              <a:rPr lang="en-US" dirty="0"/>
              <a:t>CLICK TO ADD TITLE</a:t>
            </a:r>
          </a:p>
        </p:txBody>
      </p:sp>
      <p:sp>
        <p:nvSpPr>
          <p:cNvPr id="5" name="Table Placeholder 4">
            <a:extLst>
              <a:ext uri="{FF2B5EF4-FFF2-40B4-BE49-F238E27FC236}">
                <a16:creationId xmlns:a16="http://schemas.microsoft.com/office/drawing/2014/main" id="{E06194BC-6453-CA18-2623-B07F3A5D4E92}"/>
              </a:ext>
            </a:extLst>
          </p:cNvPr>
          <p:cNvSpPr>
            <a:spLocks noGrp="1"/>
          </p:cNvSpPr>
          <p:nvPr>
            <p:ph type="tbl" sz="quarter" idx="13" hasCustomPrompt="1"/>
          </p:nvPr>
        </p:nvSpPr>
        <p:spPr>
          <a:xfrm>
            <a:off x="762000" y="2417763"/>
            <a:ext cx="10665845" cy="3678235"/>
          </a:xfrm>
        </p:spPr>
        <p:txBody>
          <a:bodyPr/>
          <a:lstStyle>
            <a:lvl1pPr>
              <a:defRPr/>
            </a:lvl1pPr>
          </a:lstStyle>
          <a:p>
            <a:pPr marL="228600" marR="0" lvl="0" indent="-22860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dirty="0"/>
              <a:t>Click icon to insert table</a:t>
            </a:r>
          </a:p>
          <a:p>
            <a:endParaRPr lang="en-US" dirty="0"/>
          </a:p>
        </p:txBody>
      </p:sp>
      <p:sp>
        <p:nvSpPr>
          <p:cNvPr id="7" name="Rectangle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3">
            <a:extLst>
              <a:ext uri="{FF2B5EF4-FFF2-40B4-BE49-F238E27FC236}">
                <a16:creationId xmlns:a16="http://schemas.microsoft.com/office/drawing/2014/main" id="{D3A465A0-88AA-B50B-92D8-3A54928329FB}"/>
              </a:ext>
            </a:extLst>
          </p:cNvPr>
          <p:cNvSpPr>
            <a:spLocks noGrp="1"/>
          </p:cNvSpPr>
          <p:nvPr>
            <p:ph type="dt" sz="half" idx="10"/>
          </p:nvPr>
        </p:nvSpPr>
        <p:spPr>
          <a:xfrm>
            <a:off x="767443" y="6353175"/>
            <a:ext cx="1097280" cy="365125"/>
          </a:xfrm>
        </p:spPr>
        <p:txBody>
          <a:bodyPr/>
          <a:lstStyle>
            <a:lvl1pPr>
              <a:defRPr>
                <a:solidFill>
                  <a:schemeClr val="tx1"/>
                </a:solidFill>
              </a:defRPr>
            </a:lvl1pPr>
          </a:lstStyle>
          <a:p>
            <a:r>
              <a:rPr lang="en-US"/>
              <a:t>12/11/2023</a:t>
            </a:r>
            <a:endParaRPr lang="en-US" dirty="0"/>
          </a:p>
        </p:txBody>
      </p:sp>
      <p:sp>
        <p:nvSpPr>
          <p:cNvPr id="4" name="Footer Placeholder 4">
            <a:extLst>
              <a:ext uri="{FF2B5EF4-FFF2-40B4-BE49-F238E27FC236}">
                <a16:creationId xmlns:a16="http://schemas.microsoft.com/office/drawing/2014/main" id="{6195F626-7C08-9907-6A85-922BE6AA0EF5}"/>
              </a:ext>
            </a:extLst>
          </p:cNvPr>
          <p:cNvSpPr>
            <a:spLocks noGrp="1"/>
          </p:cNvSpPr>
          <p:nvPr>
            <p:ph type="ftr" sz="quarter" idx="11"/>
          </p:nvPr>
        </p:nvSpPr>
        <p:spPr>
          <a:xfrm>
            <a:off x="5273449" y="6350000"/>
            <a:ext cx="2286000" cy="365125"/>
          </a:xfrm>
        </p:spPr>
        <p:txBody>
          <a:bodyPr/>
          <a:lstStyle>
            <a:lvl1pPr>
              <a:defRPr>
                <a:solidFill>
                  <a:schemeClr val="tx1"/>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7BBAD34A-4F3F-C89B-BBBC-E7740F414D13}"/>
              </a:ext>
            </a:extLst>
          </p:cNvPr>
          <p:cNvSpPr>
            <a:spLocks noGrp="1"/>
          </p:cNvSpPr>
          <p:nvPr>
            <p:ph type="sldNum" sz="quarter" idx="12"/>
          </p:nvPr>
        </p:nvSpPr>
        <p:spPr>
          <a:xfrm>
            <a:off x="10968175"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237480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ontent 2">
    <p:bg>
      <p:bgPr>
        <a:solidFill>
          <a:schemeClr val="accent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11C2927-0A13-DC57-A83B-B8DB787A48CF}"/>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5900245" y="544285"/>
            <a:ext cx="5528217" cy="2685383"/>
          </a:xfrm>
        </p:spPr>
        <p:txBody>
          <a:bodyPr anchor="b">
            <a:normAutofit/>
          </a:bodyPr>
          <a:lstStyle>
            <a:lvl1pPr algn="l">
              <a:defRPr sz="44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5896340" y="3423773"/>
            <a:ext cx="5528217" cy="2029969"/>
          </a:xfrm>
        </p:spPr>
        <p:txBody>
          <a:bodyPr>
            <a:normAutofit/>
          </a:bodyPr>
          <a:lstStyle>
            <a:lvl1pPr marL="0" indent="0" algn="l">
              <a:lnSpc>
                <a:spcPct val="150000"/>
              </a:lnSpc>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762000" y="365125"/>
            <a:ext cx="106680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762000" y="1825625"/>
            <a:ext cx="10668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762000" y="6356350"/>
            <a:ext cx="2819400" cy="365125"/>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12/11/2023</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8194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700" r:id="rId1"/>
    <p:sldLayoutId id="2147483666" r:id="rId2"/>
    <p:sldLayoutId id="2147483704" r:id="rId3"/>
    <p:sldLayoutId id="2147483702" r:id="rId4"/>
    <p:sldLayoutId id="2147483678" r:id="rId5"/>
    <p:sldLayoutId id="2147483681" r:id="rId6"/>
    <p:sldLayoutId id="2147483696" r:id="rId7"/>
    <p:sldLayoutId id="2147483691" r:id="rId8"/>
    <p:sldLayoutId id="2147483677" r:id="rId9"/>
    <p:sldLayoutId id="2147483699" r:id="rId10"/>
    <p:sldLayoutId id="2147483685" r:id="rId11"/>
    <p:sldLayoutId id="2147483676" r:id="rId12"/>
    <p:sldLayoutId id="2147483649" r:id="rId13"/>
  </p:sldLayoutIdLst>
  <p:hf hdr="0" ftr="0" dt="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76" userDrawn="1">
          <p15:clr>
            <a:srgbClr val="5ACBF0"/>
          </p15:clr>
        </p15:guide>
        <p15:guide id="2" pos="1920" userDrawn="1">
          <p15:clr>
            <a:srgbClr val="F26B43"/>
          </p15:clr>
        </p15:guide>
        <p15:guide id="3" pos="5760" userDrawn="1">
          <p15:clr>
            <a:srgbClr val="F26B43"/>
          </p15:clr>
        </p15:guide>
        <p15:guide id="4" orient="horz" pos="2160" userDrawn="1">
          <p15:clr>
            <a:srgbClr val="F26B43"/>
          </p15:clr>
        </p15:guide>
        <p15:guide id="5" pos="1272" userDrawn="1">
          <p15:clr>
            <a:srgbClr val="9FCC3B"/>
          </p15:clr>
        </p15:guide>
        <p15:guide id="6" pos="2544" userDrawn="1">
          <p15:clr>
            <a:srgbClr val="9FCC3B"/>
          </p15:clr>
        </p15:guide>
        <p15:guide id="7" pos="5112" userDrawn="1">
          <p15:clr>
            <a:srgbClr val="9FCC3B"/>
          </p15:clr>
        </p15:guide>
        <p15:guide id="8" pos="6408" userDrawn="1">
          <p15:clr>
            <a:srgbClr val="9FCC3B"/>
          </p15:clr>
        </p15:guide>
        <p15:guide id="9" pos="3940" userDrawn="1">
          <p15:clr>
            <a:srgbClr val="F26B43"/>
          </p15:clr>
        </p15:guide>
        <p15:guide id="10" pos="7104"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4714772" y="677918"/>
            <a:ext cx="6856292" cy="3590596"/>
          </a:xfrm>
        </p:spPr>
        <p:txBody>
          <a:bodyPr>
            <a:normAutofit/>
          </a:bodyPr>
          <a:lstStyle/>
          <a:p>
            <a:r>
              <a:rPr lang="en-US" dirty="0"/>
              <a:t>The</a:t>
            </a:r>
            <a:br>
              <a:rPr lang="en-US" dirty="0"/>
            </a:br>
            <a:r>
              <a:rPr lang="en-US" dirty="0"/>
              <a:t>Vortex</a:t>
            </a:r>
            <a:br>
              <a:rPr lang="en-US" dirty="0"/>
            </a:br>
            <a:r>
              <a:rPr lang="en-US" dirty="0"/>
              <a:t>Collective !</a:t>
            </a:r>
          </a:p>
        </p:txBody>
      </p:sp>
      <p:sp>
        <p:nvSpPr>
          <p:cNvPr id="3" name="Subtitle 2">
            <a:extLst>
              <a:ext uri="{FF2B5EF4-FFF2-40B4-BE49-F238E27FC236}">
                <a16:creationId xmlns:a16="http://schemas.microsoft.com/office/drawing/2014/main" id="{4643CC24-7BC7-DBF4-7ADC-58CE2DB43E4C}"/>
              </a:ext>
            </a:extLst>
          </p:cNvPr>
          <p:cNvSpPr txBox="1">
            <a:spLocks/>
          </p:cNvSpPr>
          <p:nvPr/>
        </p:nvSpPr>
        <p:spPr>
          <a:xfrm>
            <a:off x="6475703" y="3888241"/>
            <a:ext cx="6338887" cy="2668587"/>
          </a:xfrm>
          <a:prstGeom prst="rect">
            <a:avLst/>
          </a:prstGeom>
        </p:spPr>
        <p:txBody>
          <a:bodyPr>
            <a:normAutofit/>
          </a:bodyPr>
          <a:lst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bg1"/>
                </a:solidFill>
              </a:rPr>
              <a:t>Sebastian</a:t>
            </a:r>
            <a:br>
              <a:rPr lang="en-US" dirty="0">
                <a:solidFill>
                  <a:schemeClr val="bg1"/>
                </a:solidFill>
              </a:rPr>
            </a:br>
            <a:r>
              <a:rPr lang="en-US" dirty="0">
                <a:solidFill>
                  <a:schemeClr val="bg1"/>
                </a:solidFill>
              </a:rPr>
              <a:t>Dhruv</a:t>
            </a:r>
            <a:br>
              <a:rPr lang="en-US" dirty="0">
                <a:solidFill>
                  <a:schemeClr val="bg1"/>
                </a:solidFill>
              </a:rPr>
            </a:br>
            <a:r>
              <a:rPr lang="en-US" dirty="0">
                <a:solidFill>
                  <a:schemeClr val="bg1"/>
                </a:solidFill>
              </a:rPr>
              <a:t>Amanda</a:t>
            </a:r>
            <a:br>
              <a:rPr lang="en-US" dirty="0">
                <a:solidFill>
                  <a:schemeClr val="bg1"/>
                </a:solidFill>
              </a:rPr>
            </a:br>
            <a:r>
              <a:rPr lang="en-US" dirty="0" err="1">
                <a:solidFill>
                  <a:schemeClr val="bg1"/>
                </a:solidFill>
              </a:rPr>
              <a:t>Marcelline</a:t>
            </a:r>
            <a:br>
              <a:rPr lang="en-US" dirty="0">
                <a:solidFill>
                  <a:schemeClr val="bg1"/>
                </a:solidFill>
              </a:rPr>
            </a:br>
            <a:r>
              <a:rPr lang="en-US" dirty="0">
                <a:solidFill>
                  <a:schemeClr val="bg1"/>
                </a:solidFill>
              </a:rPr>
              <a:t>Bree</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Lst>
          </p:cNvPr>
          <p:cNvSpPr>
            <a:spLocks noGrp="1"/>
          </p:cNvSpPr>
          <p:nvPr>
            <p:ph type="title"/>
          </p:nvPr>
        </p:nvSpPr>
        <p:spPr>
          <a:xfrm>
            <a:off x="4354286" y="429461"/>
            <a:ext cx="6923314" cy="2668463"/>
          </a:xfrm>
        </p:spPr>
        <p:txBody>
          <a:bodyPr>
            <a:normAutofit/>
          </a:bodyPr>
          <a:lstStyle/>
          <a:p>
            <a:r>
              <a:rPr lang="en-US" dirty="0"/>
              <a:t>OUR Preferred LLMs</a:t>
            </a:r>
            <a:endParaRPr lang="en-ZA" dirty="0"/>
          </a:p>
        </p:txBody>
      </p:sp>
      <p:sp>
        <p:nvSpPr>
          <p:cNvPr id="3" name="Subtitle 2">
            <a:extLst>
              <a:ext uri="{FF2B5EF4-FFF2-40B4-BE49-F238E27FC236}">
                <a16:creationId xmlns:a16="http://schemas.microsoft.com/office/drawing/2014/main" id="{35E3EA69-4E0E-41BD-8095-A124225A2647}"/>
              </a:ext>
            </a:extLst>
          </p:cNvPr>
          <p:cNvSpPr>
            <a:spLocks noGrp="1"/>
          </p:cNvSpPr>
          <p:nvPr>
            <p:ph sz="half" idx="14"/>
          </p:nvPr>
        </p:nvSpPr>
        <p:spPr>
          <a:xfrm>
            <a:off x="4354286" y="3300413"/>
            <a:ext cx="7369627" cy="3252787"/>
          </a:xfrm>
        </p:spPr>
        <p:txBody>
          <a:bodyPr>
            <a:normAutofit fontScale="77500" lnSpcReduction="20000"/>
          </a:bodyPr>
          <a:lstStyle/>
          <a:p>
            <a:r>
              <a:rPr lang="en-US" b="1" dirty="0" err="1">
                <a:solidFill>
                  <a:schemeClr val="accent1"/>
                </a:solidFill>
              </a:rPr>
              <a:t>Marcelline</a:t>
            </a:r>
            <a:r>
              <a:rPr lang="en-US" b="1" dirty="0">
                <a:solidFill>
                  <a:schemeClr val="accent1"/>
                </a:solidFill>
              </a:rPr>
              <a:t>: </a:t>
            </a:r>
            <a:r>
              <a:rPr lang="en-US" dirty="0">
                <a:solidFill>
                  <a:schemeClr val="accent1"/>
                </a:solidFill>
              </a:rPr>
              <a:t>Have</a:t>
            </a:r>
            <a:r>
              <a:rPr lang="en-US" b="1" dirty="0">
                <a:solidFill>
                  <a:schemeClr val="accent1"/>
                </a:solidFill>
              </a:rPr>
              <a:t> </a:t>
            </a:r>
            <a:r>
              <a:rPr lang="en-US" dirty="0">
                <a:solidFill>
                  <a:schemeClr val="accent1"/>
                </a:solidFill>
              </a:rPr>
              <a:t>used CoPilot and Chat GPT, prefers Chat GPT</a:t>
            </a:r>
            <a:br>
              <a:rPr lang="en-US" dirty="0">
                <a:solidFill>
                  <a:schemeClr val="accent1"/>
                </a:solidFill>
              </a:rPr>
            </a:br>
            <a:r>
              <a:rPr lang="en-US" b="1" dirty="0">
                <a:solidFill>
                  <a:schemeClr val="accent1"/>
                </a:solidFill>
              </a:rPr>
              <a:t>Bree: </a:t>
            </a:r>
            <a:r>
              <a:rPr lang="en-US" dirty="0">
                <a:solidFill>
                  <a:schemeClr val="accent1"/>
                </a:solidFill>
              </a:rPr>
              <a:t>Used all of them, prefers Chat GPT for formal uses and Gemini for playful/creative uses</a:t>
            </a:r>
            <a:br>
              <a:rPr lang="en-US" dirty="0">
                <a:solidFill>
                  <a:schemeClr val="accent1"/>
                </a:solidFill>
              </a:rPr>
            </a:br>
            <a:r>
              <a:rPr lang="en-US" b="1" dirty="0">
                <a:solidFill>
                  <a:schemeClr val="accent1"/>
                </a:solidFill>
              </a:rPr>
              <a:t>Seb: </a:t>
            </a:r>
            <a:r>
              <a:rPr lang="en-US" dirty="0">
                <a:solidFill>
                  <a:schemeClr val="accent1"/>
                </a:solidFill>
              </a:rPr>
              <a:t>Only Chat GPT, works well!</a:t>
            </a:r>
            <a:br>
              <a:rPr lang="en-US" dirty="0">
                <a:solidFill>
                  <a:schemeClr val="accent1"/>
                </a:solidFill>
              </a:rPr>
            </a:br>
            <a:r>
              <a:rPr lang="en-US" b="1" dirty="0">
                <a:solidFill>
                  <a:schemeClr val="accent1"/>
                </a:solidFill>
              </a:rPr>
              <a:t>Dhruv: </a:t>
            </a:r>
            <a:r>
              <a:rPr lang="en-US" dirty="0">
                <a:solidFill>
                  <a:schemeClr val="accent1"/>
                </a:solidFill>
              </a:rPr>
              <a:t>Tried Copilot and it  wasn’t good for coding needs. </a:t>
            </a:r>
            <a:br>
              <a:rPr lang="en-US" dirty="0">
                <a:solidFill>
                  <a:schemeClr val="accent1"/>
                </a:solidFill>
              </a:rPr>
            </a:br>
            <a:r>
              <a:rPr lang="en-US" dirty="0">
                <a:solidFill>
                  <a:schemeClr val="accent1"/>
                </a:solidFill>
              </a:rPr>
              <a:t>Chat GPT has been better for coding</a:t>
            </a:r>
            <a:br>
              <a:rPr lang="en-US" dirty="0">
                <a:solidFill>
                  <a:schemeClr val="accent1"/>
                </a:solidFill>
              </a:rPr>
            </a:br>
            <a:r>
              <a:rPr lang="en-US" b="1" dirty="0">
                <a:solidFill>
                  <a:schemeClr val="accent1"/>
                </a:solidFill>
              </a:rPr>
              <a:t>Amanda:</a:t>
            </a:r>
            <a:r>
              <a:rPr lang="en-US" dirty="0">
                <a:solidFill>
                  <a:schemeClr val="accent1"/>
                </a:solidFill>
              </a:rPr>
              <a:t> Never tried any of the others. CoPilot for explaining difference in concepts/ coding corrections still uses it</a:t>
            </a:r>
          </a:p>
        </p:txBody>
      </p:sp>
      <p:sp>
        <p:nvSpPr>
          <p:cNvPr id="6" name="Slide Number Placeholder 5">
            <a:extLst>
              <a:ext uri="{FF2B5EF4-FFF2-40B4-BE49-F238E27FC236}">
                <a16:creationId xmlns:a16="http://schemas.microsoft.com/office/drawing/2014/main" id="{67927DCA-F11F-1716-00DA-9EF49F131ABD}"/>
              </a:ext>
            </a:extLst>
          </p:cNvPr>
          <p:cNvSpPr>
            <a:spLocks noGrp="1"/>
          </p:cNvSpPr>
          <p:nvPr>
            <p:ph type="sldNum" sz="quarter" idx="12"/>
          </p:nvPr>
        </p:nvSpPr>
        <p:spPr/>
        <p:txBody>
          <a:bodyPr/>
          <a:lstStyle/>
          <a:p>
            <a:fld id="{B5CEABB6-07DC-46E8-9B57-56EC44A396E5}" type="slidenum">
              <a:rPr lang="en-US" smtClean="0"/>
              <a:pPr/>
              <a:t>2</a:t>
            </a:fld>
            <a:endParaRPr lang="en-US" dirty="0"/>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E1C88-627C-4655-A4FB-0BB02EDB078A}"/>
              </a:ext>
            </a:extLst>
          </p:cNvPr>
          <p:cNvSpPr>
            <a:spLocks noGrp="1"/>
          </p:cNvSpPr>
          <p:nvPr>
            <p:ph type="title"/>
          </p:nvPr>
        </p:nvSpPr>
        <p:spPr>
          <a:xfrm>
            <a:off x="762001" y="896112"/>
            <a:ext cx="6589150" cy="1988706"/>
          </a:xfrm>
        </p:spPr>
        <p:txBody>
          <a:bodyPr/>
          <a:lstStyle/>
          <a:p>
            <a:r>
              <a:rPr lang="en-US" dirty="0"/>
              <a:t>How we approach prompts with ai</a:t>
            </a:r>
          </a:p>
        </p:txBody>
      </p:sp>
      <p:sp>
        <p:nvSpPr>
          <p:cNvPr id="3" name="Content Placeholder 2">
            <a:extLst>
              <a:ext uri="{FF2B5EF4-FFF2-40B4-BE49-F238E27FC236}">
                <a16:creationId xmlns:a16="http://schemas.microsoft.com/office/drawing/2014/main" id="{033634FE-ADF0-4BC3-A0A9-447EA9DD096B}"/>
              </a:ext>
            </a:extLst>
          </p:cNvPr>
          <p:cNvSpPr>
            <a:spLocks noGrp="1"/>
          </p:cNvSpPr>
          <p:nvPr>
            <p:ph sz="half" idx="14"/>
          </p:nvPr>
        </p:nvSpPr>
        <p:spPr>
          <a:xfrm>
            <a:off x="566057" y="2775857"/>
            <a:ext cx="7391399" cy="3578906"/>
          </a:xfrm>
        </p:spPr>
        <p:txBody>
          <a:bodyPr vert="horz" lIns="91440" tIns="45720" rIns="91440" bIns="45720" rtlCol="0" anchor="t">
            <a:normAutofit/>
          </a:bodyPr>
          <a:lstStyle/>
          <a:p>
            <a:r>
              <a:rPr lang="en-US" b="1" dirty="0" err="1"/>
              <a:t>Marcelline</a:t>
            </a:r>
            <a:r>
              <a:rPr lang="en-US" b="1" dirty="0"/>
              <a:t>: </a:t>
            </a:r>
            <a:r>
              <a:rPr lang="en-US" dirty="0"/>
              <a:t>It helps to be very specific on prompts. Working with very small sections at a time.</a:t>
            </a:r>
            <a:br>
              <a:rPr lang="en-US" dirty="0"/>
            </a:br>
            <a:r>
              <a:rPr lang="en-US" b="1" dirty="0"/>
              <a:t>Bree: </a:t>
            </a:r>
            <a:r>
              <a:rPr lang="en-US" dirty="0"/>
              <a:t>Helpful to specify tone and style for answers. As well as context and roleplay (</a:t>
            </a:r>
            <a:r>
              <a:rPr lang="en-US" dirty="0" err="1"/>
              <a:t>ie</a:t>
            </a:r>
            <a:r>
              <a:rPr lang="en-US" dirty="0"/>
              <a:t>. Cover letters), ‘please don’t hallucinate,’ giving the Ai feedback helps </a:t>
            </a:r>
            <a:br>
              <a:rPr lang="en-US" dirty="0"/>
            </a:br>
            <a:r>
              <a:rPr lang="en-US" b="1" dirty="0"/>
              <a:t>Seb: </a:t>
            </a:r>
            <a:r>
              <a:rPr lang="en-US" dirty="0"/>
              <a:t>It is bad with copy and pasting big data sets with math equations (free version)</a:t>
            </a:r>
            <a:br>
              <a:rPr lang="en-US" dirty="0"/>
            </a:br>
            <a:r>
              <a:rPr lang="en-US" b="1" dirty="0"/>
              <a:t>Dhruv: </a:t>
            </a:r>
            <a:r>
              <a:rPr lang="en-US" dirty="0"/>
              <a:t>Works best when uploading a file and continuing to use that file as a reference for codes, etc. (</a:t>
            </a:r>
            <a:r>
              <a:rPr lang="en-US" dirty="0" err="1"/>
              <a:t>ie</a:t>
            </a:r>
            <a:r>
              <a:rPr lang="en-US" dirty="0"/>
              <a:t> ref file above)</a:t>
            </a:r>
            <a:br>
              <a:rPr lang="en-US" dirty="0"/>
            </a:br>
            <a:r>
              <a:rPr lang="en-US" b="1" dirty="0"/>
              <a:t>Amanda:</a:t>
            </a:r>
            <a:r>
              <a:rPr lang="en-US" dirty="0"/>
              <a:t> Asked basic concepts (</a:t>
            </a:r>
            <a:r>
              <a:rPr lang="en-US" dirty="0" err="1"/>
              <a:t>ie</a:t>
            </a:r>
            <a:r>
              <a:rPr lang="en-US" dirty="0"/>
              <a:t> how is X different from X) and which are better for certain desired outcomes </a:t>
            </a:r>
          </a:p>
        </p:txBody>
      </p:sp>
      <p:sp>
        <p:nvSpPr>
          <p:cNvPr id="6" name="Slide Number Placeholder 5">
            <a:extLst>
              <a:ext uri="{FF2B5EF4-FFF2-40B4-BE49-F238E27FC236}">
                <a16:creationId xmlns:a16="http://schemas.microsoft.com/office/drawing/2014/main" id="{A4AC050D-BAF4-C23C-F8EC-24DEC4293002}"/>
              </a:ext>
            </a:extLst>
          </p:cNvPr>
          <p:cNvSpPr>
            <a:spLocks noGrp="1"/>
          </p:cNvSpPr>
          <p:nvPr>
            <p:ph type="sldNum" sz="quarter" idx="12"/>
          </p:nvPr>
        </p:nvSpPr>
        <p:spPr/>
        <p:txBody>
          <a:bodyPr/>
          <a:lstStyle/>
          <a:p>
            <a:fld id="{B5CEABB6-07DC-46E8-9B57-56EC44A396E5}" type="slidenum">
              <a:rPr lang="en-US" smtClean="0"/>
              <a:pPr/>
              <a:t>3</a:t>
            </a:fld>
            <a:endParaRPr lang="en-US" dirty="0"/>
          </a:p>
        </p:txBody>
      </p:sp>
    </p:spTree>
    <p:extLst>
      <p:ext uri="{BB962C8B-B14F-4D97-AF65-F5344CB8AC3E}">
        <p14:creationId xmlns:p14="http://schemas.microsoft.com/office/powerpoint/2010/main" val="1346372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68EC2-1A47-08FC-E6D1-2A02018423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23BC2-C2CC-82A8-DB2A-90981559178C}"/>
              </a:ext>
            </a:extLst>
          </p:cNvPr>
          <p:cNvSpPr>
            <a:spLocks noGrp="1"/>
          </p:cNvSpPr>
          <p:nvPr>
            <p:ph type="title"/>
          </p:nvPr>
        </p:nvSpPr>
        <p:spPr>
          <a:xfrm>
            <a:off x="4354286" y="429461"/>
            <a:ext cx="6923314" cy="2668463"/>
          </a:xfrm>
        </p:spPr>
        <p:txBody>
          <a:bodyPr>
            <a:normAutofit/>
          </a:bodyPr>
          <a:lstStyle/>
          <a:p>
            <a:r>
              <a:rPr lang="en-US" dirty="0"/>
              <a:t>Improving Prompts</a:t>
            </a:r>
            <a:endParaRPr lang="en-ZA" dirty="0"/>
          </a:p>
        </p:txBody>
      </p:sp>
      <p:sp>
        <p:nvSpPr>
          <p:cNvPr id="6" name="Slide Number Placeholder 5">
            <a:extLst>
              <a:ext uri="{FF2B5EF4-FFF2-40B4-BE49-F238E27FC236}">
                <a16:creationId xmlns:a16="http://schemas.microsoft.com/office/drawing/2014/main" id="{A6A4B075-5E7A-07CD-C545-673D8EA7392C}"/>
              </a:ext>
            </a:extLst>
          </p:cNvPr>
          <p:cNvSpPr>
            <a:spLocks noGrp="1"/>
          </p:cNvSpPr>
          <p:nvPr>
            <p:ph type="sldNum" sz="quarter" idx="12"/>
          </p:nvPr>
        </p:nvSpPr>
        <p:spPr/>
        <p:txBody>
          <a:bodyPr/>
          <a:lstStyle/>
          <a:p>
            <a:fld id="{B5CEABB6-07DC-46E8-9B57-56EC44A396E5}" type="slidenum">
              <a:rPr lang="en-US" smtClean="0"/>
              <a:pPr/>
              <a:t>4</a:t>
            </a:fld>
            <a:endParaRPr lang="en-US" dirty="0"/>
          </a:p>
        </p:txBody>
      </p:sp>
      <p:sp>
        <p:nvSpPr>
          <p:cNvPr id="10" name="Subtitle 2">
            <a:extLst>
              <a:ext uri="{FF2B5EF4-FFF2-40B4-BE49-F238E27FC236}">
                <a16:creationId xmlns:a16="http://schemas.microsoft.com/office/drawing/2014/main" id="{EFF783BE-2959-2E5D-BD32-CBA1A483B8F7}"/>
              </a:ext>
            </a:extLst>
          </p:cNvPr>
          <p:cNvSpPr txBox="1">
            <a:spLocks/>
          </p:cNvSpPr>
          <p:nvPr/>
        </p:nvSpPr>
        <p:spPr>
          <a:xfrm>
            <a:off x="4354286" y="3320143"/>
            <a:ext cx="7511143" cy="3222171"/>
          </a:xfrm>
          <a:prstGeom prst="rect">
            <a:avLst/>
          </a:prstGeom>
        </p:spPr>
        <p:txBody>
          <a:bodyPr>
            <a:normAutofit fontScale="77500" lnSpcReduction="20000"/>
          </a:bodyPr>
          <a:lst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accent1"/>
                </a:solidFill>
              </a:rPr>
              <a:t>Give me business ideas -&gt; </a:t>
            </a:r>
            <a:r>
              <a:rPr lang="en-US" b="1" dirty="0">
                <a:solidFill>
                  <a:schemeClr val="accent1"/>
                </a:solidFill>
              </a:rPr>
              <a:t>Help me set up a business plan to start a local flower shop in Hamden, CT with $10,000 to open in six months in a “to-do” list format.</a:t>
            </a:r>
            <a:br>
              <a:rPr lang="en-US" dirty="0">
                <a:solidFill>
                  <a:schemeClr val="accent1"/>
                </a:solidFill>
              </a:rPr>
            </a:br>
            <a:br>
              <a:rPr lang="en-US" dirty="0">
                <a:solidFill>
                  <a:schemeClr val="accent1"/>
                </a:solidFill>
              </a:rPr>
            </a:br>
            <a:r>
              <a:rPr lang="en-US" dirty="0">
                <a:solidFill>
                  <a:schemeClr val="accent1"/>
                </a:solidFill>
              </a:rPr>
              <a:t>Analyze this data -&gt; </a:t>
            </a:r>
            <a:r>
              <a:rPr lang="en-US" b="1" dirty="0">
                <a:solidFill>
                  <a:schemeClr val="accent1"/>
                </a:solidFill>
              </a:rPr>
              <a:t>I want to analyze a sales dataset containing columns like 'Date', 'Branch', 'Sales', 'Product Line', and 'Customer Rating'. Provide insights into monthly sales trends, identify the most popular product line, and determine the average customer rating by branch. Use Python with Pandas for analysis and Matplotlib for visualizations.</a:t>
            </a:r>
            <a:endParaRPr lang="en-US" dirty="0">
              <a:solidFill>
                <a:schemeClr val="accent1"/>
              </a:solidFill>
            </a:endParaRPr>
          </a:p>
        </p:txBody>
      </p:sp>
    </p:spTree>
    <p:extLst>
      <p:ext uri="{BB962C8B-B14F-4D97-AF65-F5344CB8AC3E}">
        <p14:creationId xmlns:p14="http://schemas.microsoft.com/office/powerpoint/2010/main" val="3047436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5900245" y="544285"/>
            <a:ext cx="5528217" cy="2685383"/>
          </a:xfrm>
        </p:spPr>
        <p:txBody>
          <a:bodyPr/>
          <a:lstStyle/>
          <a:p>
            <a:r>
              <a:rPr lang="en-US" dirty="0"/>
              <a:t>THANK YOU</a:t>
            </a:r>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Custom">
  <a:themeElements>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fontScheme name="Custom 112">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3968143_Win32_SL_V3" id="{4DA6DF5E-F5DF-461D-8863-50E9C5721FD0}" vid="{BC6DDDB8-E14A-47D1-98C5-2C109624FD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F65614A-92F9-4391-AC3D-F3F5B0704F99}">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8451406B-581B-4C29-A833-E33D8A6AB075}">
  <ds:schemaRefs>
    <ds:schemaRef ds:uri="http://schemas.microsoft.com/sharepoint/v3/contenttype/forms"/>
  </ds:schemaRefs>
</ds:datastoreItem>
</file>

<file path=customXml/itemProps3.xml><?xml version="1.0" encoding="utf-8"?>
<ds:datastoreItem xmlns:ds="http://schemas.openxmlformats.org/officeDocument/2006/customXml" ds:itemID="{18903D25-5BE2-4D9E-B7D8-BE1DCAE2DC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{6EC540F1-672F-427B-AF95-6ED087818F94}tf33968143_win32</Template>
  <TotalTime>69</TotalTime>
  <Words>349</Words>
  <Application>Microsoft Office PowerPoint</Application>
  <PresentationFormat>Widescreen</PresentationFormat>
  <Paragraphs>17</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Avenir Next LT Pro</vt:lpstr>
      <vt:lpstr>Calibri</vt:lpstr>
      <vt:lpstr>Custom</vt:lpstr>
      <vt:lpstr>The Vortex Collective !</vt:lpstr>
      <vt:lpstr>OUR Preferred LLMs</vt:lpstr>
      <vt:lpstr>How we approach prompts with ai</vt:lpstr>
      <vt:lpstr>Improving Prompts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H</dc:creator>
  <cp:lastModifiedBy>Amanda H</cp:lastModifiedBy>
  <cp:revision>1</cp:revision>
  <dcterms:created xsi:type="dcterms:W3CDTF">2024-11-19T20:38:52Z</dcterms:created>
  <dcterms:modified xsi:type="dcterms:W3CDTF">2024-11-19T21:48:01Z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